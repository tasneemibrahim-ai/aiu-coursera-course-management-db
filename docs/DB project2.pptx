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920" r:id="rId1"/>
  </p:sldMasterIdLst>
  <p:sldIdLst>
    <p:sldId id="256" r:id="rId2"/>
    <p:sldId id="257" r:id="rId3"/>
    <p:sldId id="258" r:id="rId4"/>
    <p:sldId id="260" r:id="rId5"/>
    <p:sldId id="261" r:id="rId6"/>
    <p:sldId id="262" r:id="rId7"/>
    <p:sldId id="263" r:id="rId8"/>
    <p:sldId id="264" r:id="rId9"/>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521" autoAdjust="0"/>
    <p:restoredTop sz="94660"/>
  </p:normalViewPr>
  <p:slideViewPr>
    <p:cSldViewPr snapToGrid="0">
      <p:cViewPr varScale="1">
        <p:scale>
          <a:sx n="68" d="100"/>
          <a:sy n="68" d="100"/>
        </p:scale>
        <p:origin x="840" y="7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theme" Target="theme/theme1.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viewProps" Target="viewProps.xml"/><Relationship Id="rId5" Type="http://schemas.openxmlformats.org/officeDocument/2006/relationships/slide" Target="slides/slide4.xml"/><Relationship Id="rId10"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s>
</file>

<file path=ppt/slideLayouts/_rels/slideLayout1.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7" name="Group 6"/>
          <p:cNvGrpSpPr/>
          <p:nvPr/>
        </p:nvGrpSpPr>
        <p:grpSpPr>
          <a:xfrm>
            <a:off x="-16934" y="0"/>
            <a:ext cx="12231160" cy="6856214"/>
            <a:chOff x="-16934" y="0"/>
            <a:chExt cx="12231160" cy="6856214"/>
          </a:xfrm>
        </p:grpSpPr>
        <p:pic>
          <p:nvPicPr>
            <p:cNvPr id="16" name="Picture 15" descr="HD-PanelTitleR1.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6" name="Rectangle 25"/>
            <p:cNvSpPr/>
            <p:nvPr/>
          </p:nvSpPr>
          <p:spPr>
            <a:xfrm>
              <a:off x="2328332" y="1540931"/>
              <a:ext cx="7543802" cy="3835401"/>
            </a:xfrm>
            <a:prstGeom prst="rect">
              <a:avLst/>
            </a:prstGeom>
            <a:noFill/>
            <a:ln w="15875">
              <a:miter lim="800000"/>
            </a:ln>
          </p:spPr>
          <p:style>
            <a:lnRef idx="1">
              <a:schemeClr val="accent1"/>
            </a:lnRef>
            <a:fillRef idx="3">
              <a:schemeClr val="accent1"/>
            </a:fillRef>
            <a:effectRef idx="2">
              <a:schemeClr val="accent1"/>
            </a:effectRef>
            <a:fontRef idx="minor">
              <a:schemeClr val="lt1"/>
            </a:fontRef>
          </p:style>
        </p:sp>
        <p:pic>
          <p:nvPicPr>
            <p:cNvPr id="17" name="Picture 16" descr="HDRibbonTitle-UniformTrim.png"/>
            <p:cNvPicPr>
              <a:picLocks noChangeAspect="1"/>
            </p:cNvPicPr>
            <p:nvPr/>
          </p:nvPicPr>
          <p:blipFill rotWithShape="1">
            <a:blip r:embed="rId3">
              <a:extLst>
                <a:ext uri="{28A0092B-C50C-407E-A947-70E740481C1C}">
                  <a14:useLocalDpi xmlns:a14="http://schemas.microsoft.com/office/drawing/2010/main" val="0"/>
                </a:ext>
              </a:extLst>
            </a:blip>
            <a:srcRect/>
            <a:stretch/>
          </p:blipFill>
          <p:spPr>
            <a:xfrm>
              <a:off x="-16934" y="3147609"/>
              <a:ext cx="2478024" cy="612648"/>
            </a:xfrm>
            <a:prstGeom prst="rect">
              <a:avLst/>
            </a:prstGeom>
          </p:spPr>
        </p:pic>
        <p:pic>
          <p:nvPicPr>
            <p:cNvPr id="20" name="Picture 19" descr="HDRibbonTitle-UniformTrim.png"/>
            <p:cNvPicPr>
              <a:picLocks noChangeAspect="1"/>
            </p:cNvPicPr>
            <p:nvPr/>
          </p:nvPicPr>
          <p:blipFill rotWithShape="1">
            <a:blip r:embed="rId3">
              <a:extLst>
                <a:ext uri="{28A0092B-C50C-407E-A947-70E740481C1C}">
                  <a14:useLocalDpi xmlns:a14="http://schemas.microsoft.com/office/drawing/2010/main" val="0"/>
                </a:ext>
              </a:extLst>
            </a:blip>
            <a:srcRect/>
            <a:stretch/>
          </p:blipFill>
          <p:spPr>
            <a:xfrm>
              <a:off x="9736202" y="3147609"/>
              <a:ext cx="2478024" cy="612648"/>
            </a:xfrm>
            <a:prstGeom prst="rect">
              <a:avLst/>
            </a:prstGeom>
          </p:spPr>
        </p:pic>
      </p:grpSp>
      <p:sp>
        <p:nvSpPr>
          <p:cNvPr id="2" name="Title 1"/>
          <p:cNvSpPr>
            <a:spLocks noGrp="1"/>
          </p:cNvSpPr>
          <p:nvPr>
            <p:ph type="ctrTitle"/>
          </p:nvPr>
        </p:nvSpPr>
        <p:spPr>
          <a:xfrm>
            <a:off x="2692398" y="1871131"/>
            <a:ext cx="6815669" cy="1515533"/>
          </a:xfrm>
        </p:spPr>
        <p:txBody>
          <a:bodyPr anchor="b">
            <a:noAutofit/>
          </a:bodyPr>
          <a:lstStyle>
            <a:lvl1pPr algn="ctr">
              <a:defRPr sz="5400">
                <a:effectLst/>
              </a:defRPr>
            </a:lvl1pPr>
          </a:lstStyle>
          <a:p>
            <a:r>
              <a:rPr lang="en-US"/>
              <a:t>Click to edit Master title style</a:t>
            </a:r>
            <a:endParaRPr lang="en-US" dirty="0"/>
          </a:p>
        </p:txBody>
      </p:sp>
      <p:sp>
        <p:nvSpPr>
          <p:cNvPr id="3" name="Subtitle 2"/>
          <p:cNvSpPr>
            <a:spLocks noGrp="1"/>
          </p:cNvSpPr>
          <p:nvPr>
            <p:ph type="subTitle" idx="1"/>
          </p:nvPr>
        </p:nvSpPr>
        <p:spPr>
          <a:xfrm>
            <a:off x="2692398" y="3657597"/>
            <a:ext cx="6815669" cy="1320802"/>
          </a:xfrm>
        </p:spPr>
        <p:txBody>
          <a:bodyPr anchor="t">
            <a:normAutofit/>
          </a:bodyPr>
          <a:lstStyle>
            <a:lvl1pPr marL="0" indent="0" algn="ctr">
              <a:buNone/>
              <a:defRPr sz="2100">
                <a:solidFill>
                  <a:schemeClr val="tx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a:xfrm>
            <a:off x="7983232" y="5037663"/>
            <a:ext cx="897467" cy="279400"/>
          </a:xfrm>
        </p:spPr>
        <p:txBody>
          <a:bodyPr/>
          <a:lstStyle/>
          <a:p>
            <a:fld id="{225C8208-F204-4F10-98C0-6EE294DA9A1C}" type="datetimeFigureOut">
              <a:rPr lang="en-US" smtClean="0"/>
              <a:t>9/14/2026</a:t>
            </a:fld>
            <a:endParaRPr lang="en-US"/>
          </a:p>
        </p:txBody>
      </p:sp>
      <p:sp>
        <p:nvSpPr>
          <p:cNvPr id="5" name="Footer Placeholder 4"/>
          <p:cNvSpPr>
            <a:spLocks noGrp="1"/>
          </p:cNvSpPr>
          <p:nvPr>
            <p:ph type="ftr" sz="quarter" idx="11"/>
          </p:nvPr>
        </p:nvSpPr>
        <p:spPr>
          <a:xfrm>
            <a:off x="2692397" y="5037663"/>
            <a:ext cx="5214635" cy="279400"/>
          </a:xfrm>
        </p:spPr>
        <p:txBody>
          <a:bodyPr/>
          <a:lstStyle/>
          <a:p>
            <a:endParaRPr lang="en-US"/>
          </a:p>
        </p:txBody>
      </p:sp>
      <p:sp>
        <p:nvSpPr>
          <p:cNvPr id="6" name="Slide Number Placeholder 5"/>
          <p:cNvSpPr>
            <a:spLocks noGrp="1"/>
          </p:cNvSpPr>
          <p:nvPr>
            <p:ph type="sldNum" sz="quarter" idx="12"/>
          </p:nvPr>
        </p:nvSpPr>
        <p:spPr>
          <a:xfrm>
            <a:off x="8956900" y="5037663"/>
            <a:ext cx="551167" cy="279400"/>
          </a:xfrm>
        </p:spPr>
        <p:txBody>
          <a:bodyPr/>
          <a:lstStyle/>
          <a:p>
            <a:fld id="{5181B49D-EE2C-4084-A1F2-F8916D914731}" type="slidenum">
              <a:rPr lang="en-US" smtClean="0"/>
              <a:t>‹#›</a:t>
            </a:fld>
            <a:endParaRPr lang="en-US"/>
          </a:p>
        </p:txBody>
      </p:sp>
      <p:cxnSp>
        <p:nvCxnSpPr>
          <p:cNvPr id="15" name="Straight Connector 14"/>
          <p:cNvCxnSpPr/>
          <p:nvPr/>
        </p:nvCxnSpPr>
        <p:spPr>
          <a:xfrm>
            <a:off x="2692399" y="3522131"/>
            <a:ext cx="6815668" cy="0"/>
          </a:xfrm>
          <a:prstGeom prst="line">
            <a:avLst/>
          </a:prstGeom>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72288189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cxnSp>
        <p:nvCxnSpPr>
          <p:cNvPr id="7" name="Straight Connector 6"/>
          <p:cNvCxnSpPr/>
          <p:nvPr/>
        </p:nvCxnSpPr>
        <p:spPr>
          <a:xfrm>
            <a:off x="1396169" y="2421466"/>
            <a:ext cx="9407298" cy="0"/>
          </a:xfrm>
          <a:prstGeom prst="line">
            <a:avLst/>
          </a:prstGeom>
          <a:ln w="15875"/>
        </p:spPr>
        <p:style>
          <a:lnRef idx="2">
            <a:schemeClr val="accent1"/>
          </a:lnRef>
          <a:fillRef idx="0">
            <a:schemeClr val="accent1"/>
          </a:fillRef>
          <a:effectRef idx="1">
            <a:schemeClr val="accent1"/>
          </a:effectRef>
          <a:fontRef idx="minor">
            <a:schemeClr val="tx1"/>
          </a:fontRef>
        </p:style>
      </p:cxnSp>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225C8208-F204-4F10-98C0-6EE294DA9A1C}" type="datetimeFigureOut">
              <a:rPr lang="en-US" smtClean="0"/>
              <a:t>9/14/2026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181B49D-EE2C-4084-A1F2-F8916D914731}" type="slidenum">
              <a:rPr lang="en-US" smtClean="0"/>
              <a:t>‹#›</a:t>
            </a:fld>
            <a:endParaRPr lang="en-US"/>
          </a:p>
        </p:txBody>
      </p:sp>
    </p:spTree>
    <p:extLst>
      <p:ext uri="{BB962C8B-B14F-4D97-AF65-F5344CB8AC3E}">
        <p14:creationId xmlns:p14="http://schemas.microsoft.com/office/powerpoint/2010/main" val="10919700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2015069" y="1752606"/>
            <a:ext cx="8158688" cy="1822514"/>
          </a:xfrm>
        </p:spPr>
        <p:txBody>
          <a:bodyPr anchor="b">
            <a:normAutofit/>
          </a:bodyPr>
          <a:lstStyle>
            <a:lvl1pPr algn="ctr">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2015067" y="3846051"/>
            <a:ext cx="8158690" cy="954547"/>
          </a:xfrm>
        </p:spPr>
        <p:txBody>
          <a:bodyPr anchor="t">
            <a:normAutofit/>
          </a:bodyPr>
          <a:lstStyle>
            <a:lvl1pPr marL="0" indent="0" algn="ctr">
              <a:buNone/>
              <a:defRPr sz="24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225C8208-F204-4F10-98C0-6EE294DA9A1C}" type="datetimeFigureOut">
              <a:rPr lang="en-US" smtClean="0"/>
              <a:t>9/14/2026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181B49D-EE2C-4084-A1F2-F8916D914731}" type="slidenum">
              <a:rPr lang="en-US" smtClean="0"/>
              <a:t>‹#›</a:t>
            </a:fld>
            <a:endParaRPr lang="en-US"/>
          </a:p>
        </p:txBody>
      </p:sp>
      <p:cxnSp>
        <p:nvCxnSpPr>
          <p:cNvPr id="16" name="Straight Connector 15"/>
          <p:cNvCxnSpPr/>
          <p:nvPr/>
        </p:nvCxnSpPr>
        <p:spPr>
          <a:xfrm>
            <a:off x="2012723" y="3710585"/>
            <a:ext cx="8163380"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284308011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cxnSp>
        <p:nvCxnSpPr>
          <p:cNvPr id="8" name="Straight Connector 7"/>
          <p:cNvCxnSpPr/>
          <p:nvPr/>
        </p:nvCxnSpPr>
        <p:spPr>
          <a:xfrm>
            <a:off x="1396169" y="2421466"/>
            <a:ext cx="9407298" cy="0"/>
          </a:xfrm>
          <a:prstGeom prst="line">
            <a:avLst/>
          </a:prstGeom>
          <a:ln w="15875"/>
        </p:spPr>
        <p:style>
          <a:lnRef idx="2">
            <a:schemeClr val="accent1"/>
          </a:lnRef>
          <a:fillRef idx="0">
            <a:schemeClr val="accent1"/>
          </a:fillRef>
          <a:effectRef idx="1">
            <a:schemeClr val="accent1"/>
          </a:effectRef>
          <a:fontRef idx="minor">
            <a:schemeClr val="tx1"/>
          </a:fontRef>
        </p:style>
      </p:cxnSp>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1298448" y="2560320"/>
            <a:ext cx="4718304" cy="3310128"/>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181344" y="2560320"/>
            <a:ext cx="4718304" cy="3310128"/>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225C8208-F204-4F10-98C0-6EE294DA9A1C}" type="datetimeFigureOut">
              <a:rPr lang="en-US" smtClean="0"/>
              <a:t>9/14/2026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5181B49D-EE2C-4084-A1F2-F8916D914731}" type="slidenum">
              <a:rPr lang="en-US" smtClean="0"/>
              <a:t>‹#›</a:t>
            </a:fld>
            <a:endParaRPr lang="en-US"/>
          </a:p>
        </p:txBody>
      </p:sp>
    </p:spTree>
    <p:extLst>
      <p:ext uri="{BB962C8B-B14F-4D97-AF65-F5344CB8AC3E}">
        <p14:creationId xmlns:p14="http://schemas.microsoft.com/office/powerpoint/2010/main" val="189753129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1295400" y="2658533"/>
            <a:ext cx="4718304" cy="576262"/>
          </a:xfrm>
        </p:spPr>
        <p:txBody>
          <a:bodyPr anchor="b">
            <a:noAutofit/>
          </a:bodyPr>
          <a:lstStyle>
            <a:lvl1pPr marL="0" indent="0">
              <a:spcBef>
                <a:spcPts val="672"/>
              </a:spcBef>
              <a:spcAft>
                <a:spcPts val="600"/>
              </a:spcAft>
              <a:buNone/>
              <a:defRPr sz="28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295400" y="3243262"/>
            <a:ext cx="4718304" cy="2632605"/>
          </a:xfrm>
        </p:spPr>
        <p:txBody>
          <a:bodyPr ancho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180670" y="2658533"/>
            <a:ext cx="4718304" cy="576262"/>
          </a:xfrm>
        </p:spPr>
        <p:txBody>
          <a:bodyPr anchor="b">
            <a:noAutofit/>
          </a:bodyPr>
          <a:lstStyle>
            <a:lvl1pPr marL="0" indent="0">
              <a:spcBef>
                <a:spcPts val="672"/>
              </a:spcBef>
              <a:spcAft>
                <a:spcPts val="600"/>
              </a:spcAft>
              <a:buNone/>
              <a:defRPr sz="28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80670" y="3243262"/>
            <a:ext cx="4718304" cy="2632605"/>
          </a:xfrm>
        </p:spPr>
        <p:txBody>
          <a:bodyPr ancho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225C8208-F204-4F10-98C0-6EE294DA9A1C}" type="datetimeFigureOut">
              <a:rPr lang="en-US" smtClean="0"/>
              <a:t>9/14/2026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5181B49D-EE2C-4084-A1F2-F8916D914731}" type="slidenum">
              <a:rPr lang="en-US" smtClean="0"/>
              <a:t>‹#›</a:t>
            </a:fld>
            <a:endParaRPr lang="en-US"/>
          </a:p>
        </p:txBody>
      </p:sp>
      <p:cxnSp>
        <p:nvCxnSpPr>
          <p:cNvPr id="18" name="Straight Connector 17"/>
          <p:cNvCxnSpPr/>
          <p:nvPr/>
        </p:nvCxnSpPr>
        <p:spPr>
          <a:xfrm>
            <a:off x="1396169" y="2421466"/>
            <a:ext cx="9407298"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87181436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225C8208-F204-4F10-98C0-6EE294DA9A1C}" type="datetimeFigureOut">
              <a:rPr lang="en-US" smtClean="0"/>
              <a:t>9/14/2026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5181B49D-EE2C-4084-A1F2-F8916D914731}" type="slidenum">
              <a:rPr lang="en-US" smtClean="0"/>
              <a:t>‹#›</a:t>
            </a:fld>
            <a:endParaRPr lang="en-US"/>
          </a:p>
        </p:txBody>
      </p:sp>
      <p:cxnSp>
        <p:nvCxnSpPr>
          <p:cNvPr id="14" name="Straight Connector 13"/>
          <p:cNvCxnSpPr/>
          <p:nvPr/>
        </p:nvCxnSpPr>
        <p:spPr>
          <a:xfrm>
            <a:off x="1396169" y="2421466"/>
            <a:ext cx="9407298"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39220725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225C8208-F204-4F10-98C0-6EE294DA9A1C}" type="datetimeFigureOut">
              <a:rPr lang="en-US" smtClean="0"/>
              <a:t>9/14/2026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5181B49D-EE2C-4084-A1F2-F8916D914731}" type="slidenum">
              <a:rPr lang="en-US" smtClean="0"/>
              <a:t>‹#›</a:t>
            </a:fld>
            <a:endParaRPr lang="en-US"/>
          </a:p>
        </p:txBody>
      </p:sp>
    </p:spTree>
    <p:extLst>
      <p:ext uri="{BB962C8B-B14F-4D97-AF65-F5344CB8AC3E}">
        <p14:creationId xmlns:p14="http://schemas.microsoft.com/office/powerpoint/2010/main" val="106200445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293811" y="1388534"/>
            <a:ext cx="3718455" cy="1371600"/>
          </a:xfrm>
        </p:spPr>
        <p:txBody>
          <a:bodyPr anchor="b">
            <a:normAutofit/>
          </a:bodyPr>
          <a:lstStyle>
            <a:lvl1pPr algn="ctr">
              <a:defRPr sz="2400" b="0"/>
            </a:lvl1pPr>
          </a:lstStyle>
          <a:p>
            <a:r>
              <a:rPr lang="en-US"/>
              <a:t>Click to edit Master title style</a:t>
            </a:r>
            <a:endParaRPr lang="en-US" dirty="0"/>
          </a:p>
        </p:txBody>
      </p:sp>
      <p:sp>
        <p:nvSpPr>
          <p:cNvPr id="3" name="Content Placeholder 2"/>
          <p:cNvSpPr>
            <a:spLocks noGrp="1"/>
          </p:cNvSpPr>
          <p:nvPr>
            <p:ph idx="1"/>
          </p:nvPr>
        </p:nvSpPr>
        <p:spPr>
          <a:xfrm>
            <a:off x="5418668" y="982131"/>
            <a:ext cx="5469466" cy="4893735"/>
          </a:xfrm>
        </p:spPr>
        <p:txBody>
          <a:bodyPr anchor="ct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1293811" y="3031065"/>
            <a:ext cx="3718455" cy="2438404"/>
          </a:xfrm>
        </p:spPr>
        <p:txBody>
          <a:bodyPr anchor="t">
            <a:normAutofit/>
          </a:bodyPr>
          <a:lstStyle>
            <a:lvl1pPr marL="0" indent="0" algn="ctr">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225C8208-F204-4F10-98C0-6EE294DA9A1C}" type="datetimeFigureOut">
              <a:rPr lang="en-US" smtClean="0"/>
              <a:t>9/14/2026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5181B49D-EE2C-4084-A1F2-F8916D914731}" type="slidenum">
              <a:rPr lang="en-US" smtClean="0"/>
              <a:t>‹#›</a:t>
            </a:fld>
            <a:endParaRPr lang="en-US"/>
          </a:p>
        </p:txBody>
      </p:sp>
      <p:cxnSp>
        <p:nvCxnSpPr>
          <p:cNvPr id="16" name="Straight Connector 15"/>
          <p:cNvCxnSpPr/>
          <p:nvPr/>
        </p:nvCxnSpPr>
        <p:spPr>
          <a:xfrm>
            <a:off x="1396169" y="2912533"/>
            <a:ext cx="3514498"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65852056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295399" y="1883832"/>
            <a:ext cx="6241816" cy="1371600"/>
          </a:xfrm>
        </p:spPr>
        <p:txBody>
          <a:bodyPr anchor="b">
            <a:normAutofit/>
          </a:bodyPr>
          <a:lstStyle>
            <a:lvl1pPr algn="ctr">
              <a:defRPr sz="2800" b="0"/>
            </a:lvl1pPr>
          </a:lstStyle>
          <a:p>
            <a:r>
              <a:rPr lang="en-US"/>
              <a:t>Click to edit Master title style</a:t>
            </a:r>
            <a:endParaRPr lang="en-US" dirty="0"/>
          </a:p>
        </p:txBody>
      </p:sp>
      <p:sp>
        <p:nvSpPr>
          <p:cNvPr id="17" name="Picture Placeholder 2"/>
          <p:cNvSpPr>
            <a:spLocks noGrp="1" noChangeAspect="1"/>
          </p:cNvSpPr>
          <p:nvPr>
            <p:ph type="pic" idx="1"/>
          </p:nvPr>
        </p:nvSpPr>
        <p:spPr>
          <a:xfrm>
            <a:off x="8094831" y="1041400"/>
            <a:ext cx="3063347" cy="4775200"/>
          </a:xfrm>
          <a:prstGeom prst="roundRect">
            <a:avLst>
              <a:gd name="adj" fmla="val 0"/>
            </a:avLst>
          </a:prstGeom>
          <a:ln w="57150" cmpd="thickThin">
            <a:solidFill>
              <a:schemeClr val="tx1">
                <a:lumMod val="50000"/>
                <a:lumOff val="50000"/>
              </a:schemeClr>
            </a:solidFill>
            <a:miter lim="800000"/>
          </a:ln>
          <a:effectLst>
            <a:innerShdw blurRad="57150" dist="38100" dir="14460000">
              <a:srgbClr val="000000">
                <a:alpha val="70000"/>
              </a:srgbClr>
            </a:inn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1295399" y="3255432"/>
            <a:ext cx="6241816" cy="1828800"/>
          </a:xfrm>
        </p:spPr>
        <p:txBody>
          <a:bodyPr anchor="t">
            <a:normAutofit/>
          </a:bodyPr>
          <a:lstStyle>
            <a:lvl1pPr marL="0" indent="0" algn="ctr">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225C8208-F204-4F10-98C0-6EE294DA9A1C}" type="datetimeFigureOut">
              <a:rPr lang="en-US" smtClean="0"/>
              <a:t>9/14/2026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5181B49D-EE2C-4084-A1F2-F8916D914731}" type="slidenum">
              <a:rPr lang="en-US" smtClean="0"/>
              <a:t>‹#›</a:t>
            </a:fld>
            <a:endParaRPr lang="en-US"/>
          </a:p>
        </p:txBody>
      </p:sp>
    </p:spTree>
    <p:extLst>
      <p:ext uri="{BB962C8B-B14F-4D97-AF65-F5344CB8AC3E}">
        <p14:creationId xmlns:p14="http://schemas.microsoft.com/office/powerpoint/2010/main" val="153267119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295401" y="4815415"/>
            <a:ext cx="9609666" cy="566738"/>
          </a:xfrm>
        </p:spPr>
        <p:txBody>
          <a:bodyPr anchor="b">
            <a:normAutofit/>
          </a:bodyPr>
          <a:lstStyle>
            <a:lvl1pPr algn="ctr">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1041427" y="1041399"/>
            <a:ext cx="10105972" cy="3335869"/>
          </a:xfrm>
          <a:prstGeom prst="roundRect">
            <a:avLst>
              <a:gd name="adj" fmla="val 0"/>
            </a:avLst>
          </a:prstGeom>
          <a:ln w="57150" cmpd="thickThin">
            <a:solidFill>
              <a:schemeClr val="tx1">
                <a:lumMod val="50000"/>
                <a:lumOff val="50000"/>
              </a:schemeClr>
            </a:solidFill>
            <a:miter lim="800000"/>
          </a:ln>
          <a:effectLst>
            <a:innerShdw blurRad="57150" dist="38100" dir="14460000">
              <a:srgbClr val="000000">
                <a:alpha val="70000"/>
              </a:srgbClr>
            </a:inn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1295401" y="5382153"/>
            <a:ext cx="9609666" cy="493712"/>
          </a:xfrm>
        </p:spPr>
        <p:txBody>
          <a:bodyPr>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225C8208-F204-4F10-98C0-6EE294DA9A1C}" type="datetimeFigureOut">
              <a:rPr lang="en-US" smtClean="0"/>
              <a:t>9/14/2026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5181B49D-EE2C-4084-A1F2-F8916D914731}" type="slidenum">
              <a:rPr lang="en-US" smtClean="0"/>
              <a:t>‹#›</a:t>
            </a:fld>
            <a:endParaRPr lang="en-US"/>
          </a:p>
        </p:txBody>
      </p:sp>
    </p:spTree>
    <p:extLst>
      <p:ext uri="{BB962C8B-B14F-4D97-AF65-F5344CB8AC3E}">
        <p14:creationId xmlns:p14="http://schemas.microsoft.com/office/powerpoint/2010/main" val="409503220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1303868" y="982132"/>
            <a:ext cx="9592732" cy="2954868"/>
          </a:xfrm>
        </p:spPr>
        <p:txBody>
          <a:bodyPr anchor="ctr">
            <a:normAutofit/>
          </a:bodyPr>
          <a:lstStyle>
            <a:lvl1pPr algn="ctr">
              <a:defRPr sz="3200" b="0" cap="none"/>
            </a:lvl1pPr>
          </a:lstStyle>
          <a:p>
            <a:r>
              <a:rPr lang="en-US"/>
              <a:t>Click to edit Master title style</a:t>
            </a:r>
            <a:endParaRPr lang="en-US" dirty="0"/>
          </a:p>
        </p:txBody>
      </p:sp>
      <p:sp>
        <p:nvSpPr>
          <p:cNvPr id="3" name="Text Placeholder 2"/>
          <p:cNvSpPr>
            <a:spLocks noGrp="1"/>
          </p:cNvSpPr>
          <p:nvPr>
            <p:ph type="body" idx="1"/>
          </p:nvPr>
        </p:nvSpPr>
        <p:spPr>
          <a:xfrm>
            <a:off x="1303868" y="4343399"/>
            <a:ext cx="9592732" cy="1532467"/>
          </a:xfrm>
        </p:spPr>
        <p:txBody>
          <a:bodyPr anchor="ctr">
            <a:normAutofit/>
          </a:bodyPr>
          <a:lstStyle>
            <a:lvl1pPr marL="0" indent="0" algn="ctr">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225C8208-F204-4F10-98C0-6EE294DA9A1C}" type="datetimeFigureOut">
              <a:rPr lang="en-US" smtClean="0"/>
              <a:t>9/14/2026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181B49D-EE2C-4084-A1F2-F8916D914731}" type="slidenum">
              <a:rPr lang="en-US" smtClean="0"/>
              <a:t>‹#›</a:t>
            </a:fld>
            <a:endParaRPr lang="en-US"/>
          </a:p>
        </p:txBody>
      </p:sp>
      <p:cxnSp>
        <p:nvCxnSpPr>
          <p:cNvPr id="15" name="Straight Connector 14"/>
          <p:cNvCxnSpPr/>
          <p:nvPr/>
        </p:nvCxnSpPr>
        <p:spPr>
          <a:xfrm>
            <a:off x="1396169" y="4140199"/>
            <a:ext cx="9407298"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437340043"/>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446213" y="982132"/>
            <a:ext cx="9296398" cy="2370668"/>
          </a:xfrm>
        </p:spPr>
        <p:txBody>
          <a:bodyPr anchor="ctr">
            <a:normAutofit/>
          </a:bodyPr>
          <a:lstStyle>
            <a:lvl1pPr algn="ctr">
              <a:defRPr sz="3200" b="0" cap="none">
                <a:solidFill>
                  <a:schemeClr val="tx1"/>
                </a:solidFill>
              </a:defRPr>
            </a:lvl1pPr>
          </a:lstStyle>
          <a:p>
            <a:r>
              <a:rPr lang="en-US"/>
              <a:t>Click to edit Master title style</a:t>
            </a:r>
            <a:endParaRPr lang="en-US" dirty="0"/>
          </a:p>
        </p:txBody>
      </p:sp>
      <p:sp>
        <p:nvSpPr>
          <p:cNvPr id="10" name="Text Placeholder 9"/>
          <p:cNvSpPr>
            <a:spLocks noGrp="1"/>
          </p:cNvSpPr>
          <p:nvPr>
            <p:ph type="body" sz="quarter" idx="13"/>
          </p:nvPr>
        </p:nvSpPr>
        <p:spPr>
          <a:xfrm>
            <a:off x="1674812" y="3352800"/>
            <a:ext cx="8839202" cy="584200"/>
          </a:xfrm>
        </p:spPr>
        <p:txBody>
          <a:bodyPr anchor="ctr">
            <a:normAutofit/>
          </a:bodyPr>
          <a:lstStyle>
            <a:lvl1pPr marL="0" indent="0" algn="r">
              <a:buFontTx/>
              <a:buNone/>
              <a:defRPr sz="2000"/>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1295401" y="4343399"/>
            <a:ext cx="9609666" cy="1532467"/>
          </a:xfrm>
        </p:spPr>
        <p:txBody>
          <a:bodyPr anchor="ctr">
            <a:normAutofit/>
          </a:bodyPr>
          <a:lstStyle>
            <a:lvl1pPr marL="0" indent="0" algn="ctr">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225C8208-F204-4F10-98C0-6EE294DA9A1C}" type="datetimeFigureOut">
              <a:rPr lang="en-US" smtClean="0"/>
              <a:t>9/14/2026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181B49D-EE2C-4084-A1F2-F8916D914731}" type="slidenum">
              <a:rPr lang="en-US" smtClean="0"/>
              <a:t>‹#›</a:t>
            </a:fld>
            <a:endParaRPr lang="en-US"/>
          </a:p>
        </p:txBody>
      </p:sp>
      <p:sp>
        <p:nvSpPr>
          <p:cNvPr id="14" name="TextBox 13"/>
          <p:cNvSpPr txBox="1"/>
          <p:nvPr/>
        </p:nvSpPr>
        <p:spPr>
          <a:xfrm>
            <a:off x="862013" y="879961"/>
            <a:ext cx="609600" cy="584776"/>
          </a:xfrm>
          <a:prstGeom prst="rect">
            <a:avLst/>
          </a:prstGeom>
        </p:spPr>
        <p:txBody>
          <a:bodyPr vert="horz" lIns="91440" tIns="45720" rIns="91440" bIns="45720" rtlCol="0" anchor="ctr">
            <a:noAutofit/>
          </a:bodyPr>
          <a:lstStyle/>
          <a:p>
            <a:pPr lvl="0"/>
            <a:r>
              <a:rPr lang="en-US" sz="8000" dirty="0">
                <a:solidFill>
                  <a:schemeClr val="tx1"/>
                </a:solidFill>
                <a:effectLst/>
              </a:rPr>
              <a:t>“</a:t>
            </a:r>
          </a:p>
        </p:txBody>
      </p:sp>
      <p:sp>
        <p:nvSpPr>
          <p:cNvPr id="15" name="TextBox 14"/>
          <p:cNvSpPr txBox="1"/>
          <p:nvPr/>
        </p:nvSpPr>
        <p:spPr>
          <a:xfrm>
            <a:off x="10600267" y="2827870"/>
            <a:ext cx="609600" cy="584776"/>
          </a:xfrm>
          <a:prstGeom prst="rect">
            <a:avLst/>
          </a:prstGeom>
        </p:spPr>
        <p:txBody>
          <a:bodyPr vert="horz" lIns="91440" tIns="45720" rIns="91440" bIns="45720" rtlCol="0" anchor="ctr">
            <a:noAutofit/>
          </a:bodyPr>
          <a:lstStyle/>
          <a:p>
            <a:pPr lvl="0" algn="r"/>
            <a:r>
              <a:rPr lang="en-US" sz="8000" dirty="0">
                <a:solidFill>
                  <a:schemeClr val="tx1"/>
                </a:solidFill>
                <a:effectLst/>
              </a:rPr>
              <a:t>”</a:t>
            </a:r>
          </a:p>
        </p:txBody>
      </p:sp>
      <p:cxnSp>
        <p:nvCxnSpPr>
          <p:cNvPr id="19" name="Straight Connector 18"/>
          <p:cNvCxnSpPr/>
          <p:nvPr/>
        </p:nvCxnSpPr>
        <p:spPr>
          <a:xfrm>
            <a:off x="1396169" y="4140199"/>
            <a:ext cx="9407298"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3455101396"/>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1295402" y="3308581"/>
            <a:ext cx="9609668" cy="1468800"/>
          </a:xfrm>
        </p:spPr>
        <p:txBody>
          <a:bodyPr anchor="b">
            <a:normAutofit/>
          </a:bodyPr>
          <a:lstStyle>
            <a:lvl1pPr algn="l">
              <a:defRPr sz="3200" b="0" cap="none"/>
            </a:lvl1pPr>
          </a:lstStyle>
          <a:p>
            <a:r>
              <a:rPr lang="en-US"/>
              <a:t>Click to edit Master title style</a:t>
            </a:r>
            <a:endParaRPr lang="en-US" dirty="0"/>
          </a:p>
        </p:txBody>
      </p:sp>
      <p:sp>
        <p:nvSpPr>
          <p:cNvPr id="3" name="Text Placeholder 2"/>
          <p:cNvSpPr>
            <a:spLocks noGrp="1"/>
          </p:cNvSpPr>
          <p:nvPr>
            <p:ph type="body" idx="1"/>
          </p:nvPr>
        </p:nvSpPr>
        <p:spPr>
          <a:xfrm>
            <a:off x="1295401" y="4777381"/>
            <a:ext cx="9609668" cy="860400"/>
          </a:xfrm>
        </p:spPr>
        <p:txBody>
          <a:bodyPr anchor="t">
            <a:normAutofit/>
          </a:bodyPr>
          <a:lstStyle>
            <a:lvl1pPr marL="0" indent="0" algn="l">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225C8208-F204-4F10-98C0-6EE294DA9A1C}" type="datetimeFigureOut">
              <a:rPr lang="en-US" smtClean="0"/>
              <a:t>9/14/2026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181B49D-EE2C-4084-A1F2-F8916D914731}" type="slidenum">
              <a:rPr lang="en-US" smtClean="0"/>
              <a:t>‹#›</a:t>
            </a:fld>
            <a:endParaRPr lang="en-US"/>
          </a:p>
        </p:txBody>
      </p:sp>
    </p:spTree>
    <p:extLst>
      <p:ext uri="{BB962C8B-B14F-4D97-AF65-F5344CB8AC3E}">
        <p14:creationId xmlns:p14="http://schemas.microsoft.com/office/powerpoint/2010/main" val="489401180"/>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2" name="Title 1"/>
          <p:cNvSpPr>
            <a:spLocks noGrp="1"/>
          </p:cNvSpPr>
          <p:nvPr>
            <p:ph type="title"/>
          </p:nvPr>
        </p:nvSpPr>
        <p:spPr>
          <a:xfrm>
            <a:off x="1446213" y="982132"/>
            <a:ext cx="9296398" cy="2243668"/>
          </a:xfrm>
        </p:spPr>
        <p:txBody>
          <a:bodyPr anchor="ctr">
            <a:normAutofit/>
          </a:bodyPr>
          <a:lstStyle>
            <a:lvl1pPr algn="ctr">
              <a:defRPr sz="3200" b="0" cap="none">
                <a:solidFill>
                  <a:schemeClr val="tx1"/>
                </a:solidFill>
              </a:defRPr>
            </a:lvl1pPr>
          </a:lstStyle>
          <a:p>
            <a:r>
              <a:rPr lang="en-US"/>
              <a:t>Click to edit Master title style</a:t>
            </a:r>
            <a:endParaRPr lang="en-US" dirty="0"/>
          </a:p>
        </p:txBody>
      </p:sp>
      <p:sp>
        <p:nvSpPr>
          <p:cNvPr id="23" name="Text Placeholder 2"/>
          <p:cNvSpPr>
            <a:spLocks noGrp="1"/>
          </p:cNvSpPr>
          <p:nvPr>
            <p:ph type="body" idx="13"/>
          </p:nvPr>
        </p:nvSpPr>
        <p:spPr>
          <a:xfrm>
            <a:off x="1295401" y="3639312"/>
            <a:ext cx="9609668" cy="886968"/>
          </a:xfrm>
        </p:spPr>
        <p:txBody>
          <a:bodyPr anchor="b">
            <a:normAutofit/>
          </a:bodyPr>
          <a:lstStyle>
            <a:lvl1pPr marL="0" indent="0" algn="l">
              <a:spcBef>
                <a:spcPts val="0"/>
              </a:spcBef>
              <a:buNone/>
              <a:defRPr sz="24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3" name="Text Placeholder 2"/>
          <p:cNvSpPr>
            <a:spLocks noGrp="1"/>
          </p:cNvSpPr>
          <p:nvPr>
            <p:ph type="body" idx="1"/>
          </p:nvPr>
        </p:nvSpPr>
        <p:spPr>
          <a:xfrm>
            <a:off x="1295401" y="4529667"/>
            <a:ext cx="9609668" cy="1346200"/>
          </a:xfrm>
        </p:spPr>
        <p:txBody>
          <a:bodyPr anchor="t">
            <a:normAutofit/>
          </a:bodyPr>
          <a:lstStyle>
            <a:lvl1pPr marL="0" indent="0" algn="l">
              <a:buNone/>
              <a:defRPr sz="18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225C8208-F204-4F10-98C0-6EE294DA9A1C}" type="datetimeFigureOut">
              <a:rPr lang="en-US" smtClean="0"/>
              <a:t>9/14/2026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181B49D-EE2C-4084-A1F2-F8916D914731}" type="slidenum">
              <a:rPr lang="en-US" smtClean="0"/>
              <a:t>‹#›</a:t>
            </a:fld>
            <a:endParaRPr lang="en-US"/>
          </a:p>
        </p:txBody>
      </p:sp>
      <p:sp>
        <p:nvSpPr>
          <p:cNvPr id="12" name="TextBox 11"/>
          <p:cNvSpPr txBox="1"/>
          <p:nvPr/>
        </p:nvSpPr>
        <p:spPr>
          <a:xfrm>
            <a:off x="862013" y="879961"/>
            <a:ext cx="609600" cy="584776"/>
          </a:xfrm>
          <a:prstGeom prst="rect">
            <a:avLst/>
          </a:prstGeom>
        </p:spPr>
        <p:txBody>
          <a:bodyPr vert="horz" lIns="91440" tIns="45720" rIns="91440" bIns="45720" rtlCol="0" anchor="ctr">
            <a:noAutofit/>
          </a:bodyPr>
          <a:lstStyle/>
          <a:p>
            <a:pPr lvl="0"/>
            <a:r>
              <a:rPr lang="en-US" sz="8000" dirty="0">
                <a:solidFill>
                  <a:schemeClr val="tx1"/>
                </a:solidFill>
                <a:effectLst/>
              </a:rPr>
              <a:t>“</a:t>
            </a:r>
          </a:p>
        </p:txBody>
      </p:sp>
      <p:sp>
        <p:nvSpPr>
          <p:cNvPr id="13" name="TextBox 12"/>
          <p:cNvSpPr txBox="1"/>
          <p:nvPr/>
        </p:nvSpPr>
        <p:spPr>
          <a:xfrm>
            <a:off x="10600267" y="2599261"/>
            <a:ext cx="609600" cy="584776"/>
          </a:xfrm>
          <a:prstGeom prst="rect">
            <a:avLst/>
          </a:prstGeom>
        </p:spPr>
        <p:txBody>
          <a:bodyPr vert="horz" lIns="91440" tIns="45720" rIns="91440" bIns="45720" rtlCol="0" anchor="ctr">
            <a:noAutofit/>
          </a:bodyPr>
          <a:lstStyle/>
          <a:p>
            <a:pPr lvl="0" algn="r"/>
            <a:r>
              <a:rPr lang="en-US" sz="8000" dirty="0">
                <a:solidFill>
                  <a:schemeClr val="tx1"/>
                </a:solidFill>
                <a:effectLst/>
              </a:rPr>
              <a:t>”</a:t>
            </a:r>
          </a:p>
        </p:txBody>
      </p:sp>
      <p:cxnSp>
        <p:nvCxnSpPr>
          <p:cNvPr id="26" name="Straight Connector 25"/>
          <p:cNvCxnSpPr/>
          <p:nvPr/>
        </p:nvCxnSpPr>
        <p:spPr>
          <a:xfrm>
            <a:off x="1396169" y="3429000"/>
            <a:ext cx="9407298"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4084269782"/>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1295401" y="982132"/>
            <a:ext cx="9609666" cy="2243668"/>
          </a:xfrm>
        </p:spPr>
        <p:txBody>
          <a:bodyPr vert="horz" lIns="91440" tIns="45720" rIns="91440" bIns="45720" rtlCol="0" anchor="ctr">
            <a:normAutofit/>
          </a:bodyPr>
          <a:lstStyle>
            <a:lvl1pPr>
              <a:defRPr lang="en-US" b="0" dirty="0"/>
            </a:lvl1pPr>
          </a:lstStyle>
          <a:p>
            <a:pPr marL="0" lvl="0"/>
            <a:r>
              <a:rPr lang="en-US"/>
              <a:t>Click to edit Master title style</a:t>
            </a:r>
            <a:endParaRPr lang="en-US" dirty="0"/>
          </a:p>
        </p:txBody>
      </p:sp>
      <p:sp>
        <p:nvSpPr>
          <p:cNvPr id="20" name="Text Placeholder 2"/>
          <p:cNvSpPr>
            <a:spLocks noGrp="1"/>
          </p:cNvSpPr>
          <p:nvPr>
            <p:ph type="body" idx="13"/>
          </p:nvPr>
        </p:nvSpPr>
        <p:spPr>
          <a:xfrm>
            <a:off x="1295401" y="3630168"/>
            <a:ext cx="9609668" cy="841248"/>
          </a:xfrm>
        </p:spPr>
        <p:txBody>
          <a:bodyPr anchor="b">
            <a:normAutofit/>
          </a:bodyPr>
          <a:lstStyle>
            <a:lvl1pPr marL="0" indent="0" algn="l">
              <a:spcBef>
                <a:spcPts val="0"/>
              </a:spcBef>
              <a:buNone/>
              <a:defRPr sz="28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3" name="Text Placeholder 2"/>
          <p:cNvSpPr>
            <a:spLocks noGrp="1"/>
          </p:cNvSpPr>
          <p:nvPr>
            <p:ph type="body" idx="1"/>
          </p:nvPr>
        </p:nvSpPr>
        <p:spPr>
          <a:xfrm>
            <a:off x="1295400" y="4470399"/>
            <a:ext cx="9609670" cy="1405467"/>
          </a:xfrm>
        </p:spPr>
        <p:txBody>
          <a:bodyPr anchor="t">
            <a:normAutofit/>
          </a:bodyPr>
          <a:lstStyle>
            <a:lvl1pPr marL="0" indent="0" algn="l">
              <a:buNone/>
              <a:defRPr sz="18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225C8208-F204-4F10-98C0-6EE294DA9A1C}" type="datetimeFigureOut">
              <a:rPr lang="en-US" smtClean="0"/>
              <a:t>9/14/2026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181B49D-EE2C-4084-A1F2-F8916D914731}" type="slidenum">
              <a:rPr lang="en-US" smtClean="0"/>
              <a:t>‹#›</a:t>
            </a:fld>
            <a:endParaRPr lang="en-US"/>
          </a:p>
        </p:txBody>
      </p:sp>
      <p:cxnSp>
        <p:nvCxnSpPr>
          <p:cNvPr id="15" name="Straight Connector 14"/>
          <p:cNvCxnSpPr/>
          <p:nvPr/>
        </p:nvCxnSpPr>
        <p:spPr>
          <a:xfrm>
            <a:off x="1396169" y="3429000"/>
            <a:ext cx="9407298"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203860066"/>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lgn="ctr">
              <a:defRPr/>
            </a:lvl1p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225C8208-F204-4F10-98C0-6EE294DA9A1C}" type="datetimeFigureOut">
              <a:rPr lang="en-US" smtClean="0"/>
              <a:t>9/14/2026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181B49D-EE2C-4084-A1F2-F8916D914731}" type="slidenum">
              <a:rPr lang="en-US" smtClean="0"/>
              <a:t>‹#›</a:t>
            </a:fld>
            <a:endParaRPr lang="en-US"/>
          </a:p>
        </p:txBody>
      </p:sp>
      <p:cxnSp>
        <p:nvCxnSpPr>
          <p:cNvPr id="14" name="Straight Connector 13"/>
          <p:cNvCxnSpPr/>
          <p:nvPr/>
        </p:nvCxnSpPr>
        <p:spPr>
          <a:xfrm>
            <a:off x="1396169" y="2421466"/>
            <a:ext cx="9407298"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965542414"/>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999356" y="982131"/>
            <a:ext cx="1890895" cy="4893735"/>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1295398" y="982132"/>
            <a:ext cx="7433025" cy="4893734"/>
          </a:xfrm>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225C8208-F204-4F10-98C0-6EE294DA9A1C}" type="datetimeFigureOut">
              <a:rPr lang="en-US" smtClean="0"/>
              <a:t>9/14/2026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181B49D-EE2C-4084-A1F2-F8916D914731}" type="slidenum">
              <a:rPr lang="en-US" smtClean="0"/>
              <a:t>‹#›</a:t>
            </a:fld>
            <a:endParaRPr lang="en-US"/>
          </a:p>
        </p:txBody>
      </p:sp>
      <p:cxnSp>
        <p:nvCxnSpPr>
          <p:cNvPr id="14" name="Straight Connector 13"/>
          <p:cNvCxnSpPr/>
          <p:nvPr/>
        </p:nvCxnSpPr>
        <p:spPr>
          <a:xfrm>
            <a:off x="8863890" y="990600"/>
            <a:ext cx="0" cy="487680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01364687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image" Target="../media/image4.png"/><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image" Target="../media/image3.png"/><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1"/>
      </p:bgRef>
    </p:bg>
    <p:spTree>
      <p:nvGrpSpPr>
        <p:cNvPr id="1" name=""/>
        <p:cNvGrpSpPr/>
        <p:nvPr/>
      </p:nvGrpSpPr>
      <p:grpSpPr>
        <a:xfrm>
          <a:off x="0" y="0"/>
          <a:ext cx="0" cy="0"/>
          <a:chOff x="0" y="0"/>
          <a:chExt cx="0" cy="0"/>
        </a:xfrm>
      </p:grpSpPr>
      <p:grpSp>
        <p:nvGrpSpPr>
          <p:cNvPr id="7" name="Group 6"/>
          <p:cNvGrpSpPr/>
          <p:nvPr/>
        </p:nvGrpSpPr>
        <p:grpSpPr>
          <a:xfrm>
            <a:off x="-15736" y="0"/>
            <a:ext cx="12229962" cy="6856214"/>
            <a:chOff x="-15736" y="0"/>
            <a:chExt cx="12229962" cy="6856214"/>
          </a:xfrm>
        </p:grpSpPr>
        <p:pic>
          <p:nvPicPr>
            <p:cNvPr id="8" name="Picture 7" descr="HD-PanelContent.png"/>
            <p:cNvPicPr>
              <a:picLocks noChangeAspect="1"/>
            </p:cNvPicPr>
            <p:nvPr/>
          </p:nvPicPr>
          <p:blipFill>
            <a:blip r:embed="rId19">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9" name="Rectangle 8"/>
            <p:cNvSpPr/>
            <p:nvPr/>
          </p:nvSpPr>
          <p:spPr>
            <a:xfrm>
              <a:off x="608012" y="609600"/>
              <a:ext cx="10972800" cy="5638800"/>
            </a:xfrm>
            <a:prstGeom prst="rect">
              <a:avLst/>
            </a:prstGeom>
            <a:noFill/>
            <a:ln w="15875" cap="flat">
              <a:miter lim="800000"/>
            </a:ln>
          </p:spPr>
          <p:style>
            <a:lnRef idx="1">
              <a:schemeClr val="accent1"/>
            </a:lnRef>
            <a:fillRef idx="3">
              <a:schemeClr val="accent1"/>
            </a:fillRef>
            <a:effectRef idx="2">
              <a:schemeClr val="accent1"/>
            </a:effectRef>
            <a:fontRef idx="minor">
              <a:schemeClr val="lt1"/>
            </a:fontRef>
          </p:style>
        </p:sp>
        <p:pic>
          <p:nvPicPr>
            <p:cNvPr id="10" name="Picture 9" descr="HDRibbonContent-UniformTrim.png"/>
            <p:cNvPicPr>
              <a:picLocks noChangeAspect="1"/>
            </p:cNvPicPr>
            <p:nvPr/>
          </p:nvPicPr>
          <p:blipFill rotWithShape="1">
            <a:blip r:embed="rId20">
              <a:extLst>
                <a:ext uri="{28A0092B-C50C-407E-A947-70E740481C1C}">
                  <a14:useLocalDpi xmlns:a14="http://schemas.microsoft.com/office/drawing/2010/main" val="0"/>
                </a:ext>
              </a:extLst>
            </a:blip>
            <a:srcRect/>
            <a:stretch/>
          </p:blipFill>
          <p:spPr>
            <a:xfrm>
              <a:off x="-15736" y="3153832"/>
              <a:ext cx="777240" cy="606425"/>
            </a:xfrm>
            <a:prstGeom prst="rect">
              <a:avLst/>
            </a:prstGeom>
          </p:spPr>
        </p:pic>
        <p:pic>
          <p:nvPicPr>
            <p:cNvPr id="11" name="Picture 10" descr="HDRibbonContent-UniformTrim.png"/>
            <p:cNvPicPr>
              <a:picLocks noChangeAspect="1"/>
            </p:cNvPicPr>
            <p:nvPr/>
          </p:nvPicPr>
          <p:blipFill rotWithShape="1">
            <a:blip r:embed="rId20">
              <a:extLst>
                <a:ext uri="{28A0092B-C50C-407E-A947-70E740481C1C}">
                  <a14:useLocalDpi xmlns:a14="http://schemas.microsoft.com/office/drawing/2010/main" val="0"/>
                </a:ext>
              </a:extLst>
            </a:blip>
            <a:srcRect/>
            <a:stretch/>
          </p:blipFill>
          <p:spPr>
            <a:xfrm>
              <a:off x="11436986" y="3153832"/>
              <a:ext cx="777240" cy="606425"/>
            </a:xfrm>
            <a:prstGeom prst="rect">
              <a:avLst/>
            </a:prstGeom>
          </p:spPr>
        </p:pic>
      </p:grpSp>
      <p:sp>
        <p:nvSpPr>
          <p:cNvPr id="2" name="Title Placeholder 1"/>
          <p:cNvSpPr>
            <a:spLocks noGrp="1"/>
          </p:cNvSpPr>
          <p:nvPr>
            <p:ph type="title"/>
          </p:nvPr>
        </p:nvSpPr>
        <p:spPr>
          <a:xfrm>
            <a:off x="1295402" y="982132"/>
            <a:ext cx="9601196" cy="1303867"/>
          </a:xfrm>
          <a:prstGeom prst="rect">
            <a:avLst/>
          </a:prstGeom>
          <a:effectLst/>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1295401" y="2556932"/>
            <a:ext cx="9601196" cy="3318936"/>
          </a:xfrm>
          <a:prstGeom prst="rect">
            <a:avLst/>
          </a:prstGeom>
        </p:spPr>
        <p:txBody>
          <a:bodyPr vert="horz" lIns="91440" tIns="45720" rIns="91440" bIns="45720" rtlCol="0" ancho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8677501" y="5969000"/>
            <a:ext cx="1600200" cy="279400"/>
          </a:xfrm>
          <a:prstGeom prst="rect">
            <a:avLst/>
          </a:prstGeom>
        </p:spPr>
        <p:txBody>
          <a:bodyPr vert="horz" lIns="91440" tIns="45720" rIns="91440" bIns="45720" rtlCol="0" anchor="ctr"/>
          <a:lstStyle>
            <a:lvl1pPr algn="r">
              <a:defRPr sz="1000" b="0" i="0">
                <a:solidFill>
                  <a:schemeClr val="tx1"/>
                </a:solidFill>
                <a:effectLst/>
                <a:latin typeface="+mn-lt"/>
              </a:defRPr>
            </a:lvl1pPr>
          </a:lstStyle>
          <a:p>
            <a:fld id="{225C8208-F204-4F10-98C0-6EE294DA9A1C}" type="datetimeFigureOut">
              <a:rPr lang="en-US" smtClean="0"/>
              <a:t>9/14/2026</a:t>
            </a:fld>
            <a:endParaRPr lang="en-US"/>
          </a:p>
        </p:txBody>
      </p:sp>
      <p:sp>
        <p:nvSpPr>
          <p:cNvPr id="5" name="Footer Placeholder 4"/>
          <p:cNvSpPr>
            <a:spLocks noGrp="1"/>
          </p:cNvSpPr>
          <p:nvPr>
            <p:ph type="ftr" sz="quarter" idx="3"/>
          </p:nvPr>
        </p:nvSpPr>
        <p:spPr>
          <a:xfrm>
            <a:off x="1295401" y="5969000"/>
            <a:ext cx="7305900" cy="279400"/>
          </a:xfrm>
          <a:prstGeom prst="rect">
            <a:avLst/>
          </a:prstGeom>
        </p:spPr>
        <p:txBody>
          <a:bodyPr vert="horz" lIns="91440" tIns="45720" rIns="91440" bIns="45720" rtlCol="0" anchor="ctr"/>
          <a:lstStyle>
            <a:lvl1pPr algn="l">
              <a:defRPr sz="1000" b="0" i="0">
                <a:solidFill>
                  <a:schemeClr val="tx1"/>
                </a:solidFill>
                <a:effectLst/>
                <a:latin typeface="+mn-lt"/>
              </a:defRPr>
            </a:lvl1pPr>
          </a:lstStyle>
          <a:p>
            <a:endParaRPr lang="en-US"/>
          </a:p>
        </p:txBody>
      </p:sp>
      <p:sp>
        <p:nvSpPr>
          <p:cNvPr id="6" name="Slide Number Placeholder 5"/>
          <p:cNvSpPr>
            <a:spLocks noGrp="1"/>
          </p:cNvSpPr>
          <p:nvPr>
            <p:ph type="sldNum" sz="quarter" idx="4"/>
          </p:nvPr>
        </p:nvSpPr>
        <p:spPr>
          <a:xfrm>
            <a:off x="10353901" y="5969000"/>
            <a:ext cx="542697" cy="279400"/>
          </a:xfrm>
          <a:prstGeom prst="rect">
            <a:avLst/>
          </a:prstGeom>
        </p:spPr>
        <p:txBody>
          <a:bodyPr vert="horz" lIns="91440" tIns="45720" rIns="91440" bIns="45720" rtlCol="0" anchor="ctr"/>
          <a:lstStyle>
            <a:lvl1pPr algn="r">
              <a:defRPr sz="1000" b="0" i="0">
                <a:solidFill>
                  <a:schemeClr val="tx1"/>
                </a:solidFill>
                <a:effectLst/>
                <a:latin typeface="+mn-lt"/>
              </a:defRPr>
            </a:lvl1pPr>
          </a:lstStyle>
          <a:p>
            <a:fld id="{5181B49D-EE2C-4084-A1F2-F8916D914731}" type="slidenum">
              <a:rPr lang="en-US" smtClean="0"/>
              <a:t>‹#›</a:t>
            </a:fld>
            <a:endParaRPr lang="en-US"/>
          </a:p>
        </p:txBody>
      </p:sp>
    </p:spTree>
    <p:extLst>
      <p:ext uri="{BB962C8B-B14F-4D97-AF65-F5344CB8AC3E}">
        <p14:creationId xmlns:p14="http://schemas.microsoft.com/office/powerpoint/2010/main" val="3769037187"/>
      </p:ext>
    </p:extLst>
  </p:cSld>
  <p:clrMap bg1="lt1" tx1="dk1" bg2="lt2" tx2="dk2" accent1="accent1" accent2="accent2" accent3="accent3" accent4="accent4" accent5="accent5" accent6="accent6" hlink="hlink" folHlink="folHlink"/>
  <p:sldLayoutIdLst>
    <p:sldLayoutId id="2147483921" r:id="rId1"/>
    <p:sldLayoutId id="2147483922" r:id="rId2"/>
    <p:sldLayoutId id="2147483923" r:id="rId3"/>
    <p:sldLayoutId id="2147483924" r:id="rId4"/>
    <p:sldLayoutId id="2147483925" r:id="rId5"/>
    <p:sldLayoutId id="2147483926" r:id="rId6"/>
    <p:sldLayoutId id="2147483927" r:id="rId7"/>
    <p:sldLayoutId id="2147483928" r:id="rId8"/>
    <p:sldLayoutId id="2147483929" r:id="rId9"/>
    <p:sldLayoutId id="2147483930" r:id="rId10"/>
    <p:sldLayoutId id="2147483931" r:id="rId11"/>
    <p:sldLayoutId id="2147483932" r:id="rId12"/>
    <p:sldLayoutId id="2147483933" r:id="rId13"/>
    <p:sldLayoutId id="2147483934" r:id="rId14"/>
    <p:sldLayoutId id="2147483935" r:id="rId15"/>
    <p:sldLayoutId id="2147483936" r:id="rId16"/>
    <p:sldLayoutId id="2147483937" r:id="rId17"/>
  </p:sldLayoutIdLst>
  <p:txStyles>
    <p:titleStyle>
      <a:lvl1pPr algn="ctr" defTabSz="457200" rtl="0" eaLnBrk="1" latinLnBrk="0" hangingPunct="1">
        <a:spcBef>
          <a:spcPct val="0"/>
        </a:spcBef>
        <a:buNone/>
        <a:defRPr sz="4400" kern="1200" cap="none">
          <a:ln w="3175" cmpd="sng">
            <a:noFill/>
          </a:ln>
          <a:solidFill>
            <a:schemeClr val="tx1">
              <a:lumMod val="85000"/>
              <a:lumOff val="15000"/>
            </a:schemeClr>
          </a:solidFill>
          <a:effectLst/>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285750" indent="-285750" algn="l" defTabSz="457200" rtl="0" eaLnBrk="1" latinLnBrk="0" hangingPunct="1">
        <a:spcBef>
          <a:spcPct val="20000"/>
        </a:spcBef>
        <a:spcAft>
          <a:spcPts val="600"/>
        </a:spcAft>
        <a:buClr>
          <a:schemeClr val="accent1"/>
        </a:buClr>
        <a:buSzPct val="115000"/>
        <a:buFont typeface="Arial"/>
        <a:buChar char="•"/>
        <a:defRPr sz="2400" kern="1200" cap="none">
          <a:solidFill>
            <a:schemeClr val="tx1">
              <a:lumMod val="85000"/>
              <a:lumOff val="15000"/>
            </a:schemeClr>
          </a:solidFill>
          <a:effectLst/>
          <a:latin typeface="+mn-lt"/>
          <a:ea typeface="+mn-ea"/>
          <a:cs typeface="+mn-cs"/>
        </a:defRPr>
      </a:lvl1pPr>
      <a:lvl2pPr marL="742950" indent="-285750" algn="l" defTabSz="457200" rtl="0" eaLnBrk="1" latinLnBrk="0" hangingPunct="1">
        <a:spcBef>
          <a:spcPct val="20000"/>
        </a:spcBef>
        <a:spcAft>
          <a:spcPts val="600"/>
        </a:spcAft>
        <a:buClr>
          <a:schemeClr val="accent1"/>
        </a:buClr>
        <a:buSzPct val="115000"/>
        <a:buFont typeface="Arial"/>
        <a:buChar char="•"/>
        <a:defRPr sz="2000" kern="1200" cap="none">
          <a:solidFill>
            <a:schemeClr val="tx1">
              <a:lumMod val="85000"/>
              <a:lumOff val="15000"/>
            </a:schemeClr>
          </a:solidFill>
          <a:effectLst/>
          <a:latin typeface="+mn-lt"/>
          <a:ea typeface="+mn-ea"/>
          <a:cs typeface="+mn-cs"/>
        </a:defRPr>
      </a:lvl2pPr>
      <a:lvl3pPr marL="1200150" indent="-285750" algn="l" defTabSz="457200" rtl="0" eaLnBrk="1" latinLnBrk="0" hangingPunct="1">
        <a:spcBef>
          <a:spcPct val="20000"/>
        </a:spcBef>
        <a:spcAft>
          <a:spcPts val="600"/>
        </a:spcAft>
        <a:buClr>
          <a:schemeClr val="accent1"/>
        </a:buClr>
        <a:buSzPct val="115000"/>
        <a:buFont typeface="Arial"/>
        <a:buChar char="•"/>
        <a:defRPr sz="1800" kern="1200" cap="none">
          <a:solidFill>
            <a:schemeClr val="tx1">
              <a:lumMod val="85000"/>
              <a:lumOff val="15000"/>
            </a:schemeClr>
          </a:solidFill>
          <a:effectLst/>
          <a:latin typeface="+mn-lt"/>
          <a:ea typeface="+mn-ea"/>
          <a:cs typeface="+mn-cs"/>
        </a:defRPr>
      </a:lvl3pPr>
      <a:lvl4pPr marL="1543050" indent="-171450" algn="l" defTabSz="457200" rtl="0" eaLnBrk="1" latinLnBrk="0" hangingPunct="1">
        <a:spcBef>
          <a:spcPct val="20000"/>
        </a:spcBef>
        <a:spcAft>
          <a:spcPts val="600"/>
        </a:spcAft>
        <a:buClr>
          <a:schemeClr val="accent1"/>
        </a:buClr>
        <a:buSzPct val="115000"/>
        <a:buFont typeface="Arial"/>
        <a:buChar char="•"/>
        <a:defRPr sz="1600" kern="1200" cap="none">
          <a:solidFill>
            <a:schemeClr val="tx1">
              <a:lumMod val="85000"/>
              <a:lumOff val="15000"/>
            </a:schemeClr>
          </a:solidFill>
          <a:effectLst/>
          <a:latin typeface="+mn-lt"/>
          <a:ea typeface="+mn-ea"/>
          <a:cs typeface="+mn-cs"/>
        </a:defRPr>
      </a:lvl4pPr>
      <a:lvl5pPr marL="2000250" indent="-17145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5pPr>
      <a:lvl6pPr marL="2514600" indent="-22860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6pPr>
      <a:lvl7pPr marL="2971800" indent="-22860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7pPr>
      <a:lvl8pPr marL="3429000" indent="-22860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8pPr>
      <a:lvl9pPr marL="3886200" indent="-22860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154659" y="1192551"/>
            <a:ext cx="9448800" cy="2330138"/>
          </a:xfrm>
        </p:spPr>
        <p:txBody>
          <a:bodyPr/>
          <a:lstStyle/>
          <a:p>
            <a:r>
              <a:rPr lang="en-US" dirty="0"/>
              <a:t>Databases project</a:t>
            </a:r>
          </a:p>
        </p:txBody>
      </p:sp>
      <p:sp>
        <p:nvSpPr>
          <p:cNvPr id="3" name="Subtitle 2"/>
          <p:cNvSpPr>
            <a:spLocks noGrp="1"/>
          </p:cNvSpPr>
          <p:nvPr>
            <p:ph type="subTitle" idx="1"/>
          </p:nvPr>
        </p:nvSpPr>
        <p:spPr>
          <a:xfrm>
            <a:off x="1662659" y="3047632"/>
            <a:ext cx="8432800" cy="1787525"/>
          </a:xfrm>
        </p:spPr>
        <p:txBody>
          <a:bodyPr>
            <a:normAutofit/>
          </a:bodyPr>
          <a:lstStyle/>
          <a:p>
            <a:r>
              <a:rPr lang="en-US" dirty="0"/>
              <a:t>	     	</a:t>
            </a:r>
          </a:p>
          <a:p>
            <a:r>
              <a:rPr lang="fr-FR" dirty="0"/>
              <a:t>AIU Coursera Courses Management System</a:t>
            </a:r>
            <a:r>
              <a:rPr lang="en-US" dirty="0"/>
              <a:t>	</a:t>
            </a:r>
          </a:p>
        </p:txBody>
      </p:sp>
    </p:spTree>
    <p:extLst>
      <p:ext uri="{BB962C8B-B14F-4D97-AF65-F5344CB8AC3E}">
        <p14:creationId xmlns:p14="http://schemas.microsoft.com/office/powerpoint/2010/main" val="52596988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xfrm>
            <a:off x="0" y="764498"/>
            <a:ext cx="11666511" cy="1214203"/>
          </a:xfrm>
        </p:spPr>
        <p:txBody>
          <a:bodyPr>
            <a:normAutofit fontScale="90000"/>
          </a:bodyPr>
          <a:lstStyle/>
          <a:p>
            <a:r>
              <a:rPr lang="fr-FR" dirty="0"/>
              <a:t>AIU Coursera Courses Management System</a:t>
            </a:r>
            <a:r>
              <a:rPr lang="en-US" dirty="0"/>
              <a:t>	</a:t>
            </a:r>
            <a:br>
              <a:rPr lang="en-US" dirty="0"/>
            </a:br>
            <a:br>
              <a:rPr lang="en-US" dirty="0"/>
            </a:br>
            <a:endParaRPr lang="en-US" dirty="0"/>
          </a:p>
        </p:txBody>
      </p:sp>
      <p:sp>
        <p:nvSpPr>
          <p:cNvPr id="5" name="Text Placeholder 4"/>
          <p:cNvSpPr>
            <a:spLocks noGrp="1"/>
          </p:cNvSpPr>
          <p:nvPr>
            <p:ph type="body" idx="1"/>
          </p:nvPr>
        </p:nvSpPr>
        <p:spPr>
          <a:xfrm>
            <a:off x="0" y="1371599"/>
            <a:ext cx="11027983" cy="3416299"/>
          </a:xfrm>
        </p:spPr>
        <p:txBody>
          <a:bodyPr>
            <a:normAutofit fontScale="92500" lnSpcReduction="10000"/>
          </a:bodyPr>
          <a:lstStyle/>
          <a:p>
            <a:r>
              <a:rPr lang="en-US" sz="2800" dirty="0">
                <a:solidFill>
                  <a:schemeClr val="accent1"/>
                </a:solidFill>
              </a:rPr>
              <a:t>             Instructor</a:t>
            </a:r>
            <a:r>
              <a:rPr lang="en-US" sz="2800" dirty="0"/>
              <a:t> : Dr. Laila Shokry</a:t>
            </a:r>
          </a:p>
          <a:p>
            <a:r>
              <a:rPr lang="en-US" sz="2800" dirty="0">
                <a:solidFill>
                  <a:schemeClr val="accent1"/>
                </a:solidFill>
              </a:rPr>
              <a:t>             Course name </a:t>
            </a:r>
            <a:r>
              <a:rPr lang="en-US" sz="2800" dirty="0"/>
              <a:t>: Database systems</a:t>
            </a:r>
          </a:p>
          <a:p>
            <a:r>
              <a:rPr lang="en-US" sz="2800" dirty="0">
                <a:solidFill>
                  <a:schemeClr val="accent1"/>
                </a:solidFill>
              </a:rPr>
              <a:t>		 Course code </a:t>
            </a:r>
            <a:r>
              <a:rPr lang="en-US" sz="2800" dirty="0"/>
              <a:t>: CSE221</a:t>
            </a:r>
          </a:p>
          <a:p>
            <a:r>
              <a:rPr lang="en-US" sz="2800" dirty="0">
                <a:solidFill>
                  <a:schemeClr val="accent1"/>
                </a:solidFill>
              </a:rPr>
              <a:t>             Students name </a:t>
            </a:r>
            <a:r>
              <a:rPr lang="en-US" sz="2800" dirty="0"/>
              <a:t>: Tasneem Ibrahim Hassan Mohamed</a:t>
            </a:r>
            <a:br>
              <a:rPr lang="en-US" sz="2800" dirty="0"/>
            </a:br>
            <a:r>
              <a:rPr lang="en-US" sz="2800" dirty="0"/>
              <a:t>		 </a:t>
            </a:r>
            <a:r>
              <a:rPr lang="en-US" sz="2800" dirty="0">
                <a:solidFill>
                  <a:schemeClr val="accent1"/>
                </a:solidFill>
              </a:rPr>
              <a:t>Students ID </a:t>
            </a:r>
            <a:r>
              <a:rPr lang="en-US" sz="2800" dirty="0"/>
              <a:t>: 22101382</a:t>
            </a:r>
          </a:p>
          <a:p>
            <a:pPr algn="l"/>
            <a:r>
              <a:rPr lang="en-US" sz="2400" dirty="0"/>
              <a:t>			                      				</a:t>
            </a:r>
            <a:r>
              <a:rPr lang="ar-EG" sz="2400" dirty="0"/>
              <a:t>     </a:t>
            </a:r>
            <a:endParaRPr lang="en-US" sz="2400" dirty="0"/>
          </a:p>
          <a:p>
            <a:pPr algn="l"/>
            <a:r>
              <a:rPr lang="en-US" sz="2400" dirty="0"/>
              <a:t>	           </a:t>
            </a:r>
          </a:p>
        </p:txBody>
      </p:sp>
    </p:spTree>
    <p:extLst>
      <p:ext uri="{BB962C8B-B14F-4D97-AF65-F5344CB8AC3E}">
        <p14:creationId xmlns:p14="http://schemas.microsoft.com/office/powerpoint/2010/main" val="221820033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53608" y="581285"/>
            <a:ext cx="9716164" cy="842781"/>
          </a:xfrm>
        </p:spPr>
        <p:txBody>
          <a:bodyPr>
            <a:normAutofit/>
          </a:bodyPr>
          <a:lstStyle/>
          <a:p>
            <a:r>
              <a:rPr lang="en-US" b="1" dirty="0">
                <a:cs typeface="Arial" panose="020B0604020202020204" pitchFamily="34" charset="0"/>
              </a:rPr>
              <a:t>application description</a:t>
            </a:r>
          </a:p>
        </p:txBody>
      </p:sp>
      <p:sp>
        <p:nvSpPr>
          <p:cNvPr id="3" name="Content Placeholder 2"/>
          <p:cNvSpPr>
            <a:spLocks noGrp="1"/>
          </p:cNvSpPr>
          <p:nvPr>
            <p:ph type="body" idx="1"/>
          </p:nvPr>
        </p:nvSpPr>
        <p:spPr>
          <a:xfrm>
            <a:off x="972698" y="1606224"/>
            <a:ext cx="10416480" cy="4239940"/>
          </a:xfrm>
        </p:spPr>
        <p:txBody>
          <a:bodyPr>
            <a:normAutofit/>
          </a:bodyPr>
          <a:lstStyle/>
          <a:p>
            <a:r>
              <a:rPr lang="en-US" dirty="0">
                <a:latin typeface="Arial" panose="020B0604020202020204" pitchFamily="34" charset="0"/>
                <a:cs typeface="Arial" panose="020B0604020202020204" pitchFamily="34" charset="0"/>
              </a:rPr>
              <a:t>Identifying project application </a:t>
            </a:r>
            <a:r>
              <a:rPr lang="ar-EG" dirty="0">
                <a:latin typeface="Arial" panose="020B0604020202020204" pitchFamily="34" charset="0"/>
                <a:cs typeface="Arial" panose="020B0604020202020204" pitchFamily="34" charset="0"/>
              </a:rPr>
              <a:t>:</a:t>
            </a:r>
            <a:endParaRPr lang="en-US" dirty="0">
              <a:latin typeface="Arial" panose="020B0604020202020204" pitchFamily="34" charset="0"/>
              <a:cs typeface="Arial" panose="020B0604020202020204" pitchFamily="34" charset="0"/>
            </a:endParaRPr>
          </a:p>
          <a:p>
            <a:r>
              <a:rPr lang="en-US" dirty="0">
                <a:latin typeface="Arial" panose="020B0604020202020204" pitchFamily="34" charset="0"/>
                <a:cs typeface="Arial" panose="020B0604020202020204" pitchFamily="34" charset="0"/>
              </a:rPr>
              <a:t>The AIU Coursera Course Management System is designed to track and manage courses offered by Coursera platform to AIU university. This system facilitates and organize the system between AIU instructors, students and Coursera courses. by allowing the instructor of each course to invite the students registered in the course and following his students by their weekly report that is generated automatically by DBMS and shows the data that each instructor and student need.</a:t>
            </a:r>
          </a:p>
          <a:p>
            <a:r>
              <a:rPr lang="en-US" dirty="0">
                <a:latin typeface="Arial" panose="020B0604020202020204" pitchFamily="34" charset="0"/>
                <a:cs typeface="Arial" panose="020B0604020202020204" pitchFamily="34" charset="0"/>
              </a:rPr>
              <a:t>data needed for the system :</a:t>
            </a:r>
          </a:p>
          <a:p>
            <a:r>
              <a:rPr lang="en-US" dirty="0">
                <a:latin typeface="Arial" panose="020B0604020202020204" pitchFamily="34" charset="0"/>
                <a:cs typeface="Arial" panose="020B0604020202020204" pitchFamily="34" charset="0"/>
              </a:rPr>
              <a:t>System needs to store some data about the instructor (email, name, id) and some data about the students (email, name, id, level, semesterno)</a:t>
            </a:r>
          </a:p>
        </p:txBody>
      </p:sp>
    </p:spTree>
    <p:extLst>
      <p:ext uri="{BB962C8B-B14F-4D97-AF65-F5344CB8AC3E}">
        <p14:creationId xmlns:p14="http://schemas.microsoft.com/office/powerpoint/2010/main" val="306043568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04538" y="593137"/>
            <a:ext cx="10331207" cy="651046"/>
          </a:xfrm>
        </p:spPr>
        <p:txBody>
          <a:bodyPr>
            <a:normAutofit/>
          </a:bodyPr>
          <a:lstStyle/>
          <a:p>
            <a:r>
              <a:rPr lang="en-US" b="1" dirty="0"/>
              <a:t>Business rules</a:t>
            </a:r>
          </a:p>
        </p:txBody>
      </p:sp>
      <p:sp>
        <p:nvSpPr>
          <p:cNvPr id="3" name="Content Placeholder 2"/>
          <p:cNvSpPr>
            <a:spLocks noGrp="1"/>
          </p:cNvSpPr>
          <p:nvPr>
            <p:ph type="body" idx="1"/>
          </p:nvPr>
        </p:nvSpPr>
        <p:spPr>
          <a:xfrm>
            <a:off x="839449" y="1349114"/>
            <a:ext cx="10478126" cy="4572001"/>
          </a:xfrm>
        </p:spPr>
        <p:txBody>
          <a:bodyPr>
            <a:normAutofit fontScale="92500" lnSpcReduction="10000"/>
          </a:bodyPr>
          <a:lstStyle/>
          <a:p>
            <a:pPr marL="342900" indent="-342900">
              <a:buAutoNum type="arabicPeriod"/>
            </a:pPr>
            <a:r>
              <a:rPr lang="en-US" dirty="0"/>
              <a:t>Each AIU course can be associated with at least one Coursera courses.</a:t>
            </a:r>
          </a:p>
          <a:p>
            <a:pPr marL="342900" indent="-342900">
              <a:buAutoNum type="arabicPeriod"/>
            </a:pPr>
            <a:r>
              <a:rPr lang="en-US" dirty="0"/>
              <a:t>Each Coursera course has a unique link slug. </a:t>
            </a:r>
          </a:p>
          <a:p>
            <a:pPr marL="342900" indent="-342900">
              <a:buAutoNum type="arabicPeriod"/>
            </a:pPr>
            <a:r>
              <a:rPr lang="en-US" dirty="0"/>
              <a:t> .Instructors can map Coursera modules to specific weeks of their AIU courses.</a:t>
            </a:r>
          </a:p>
          <a:p>
            <a:pPr marL="342900" indent="-342900">
              <a:buFont typeface="+mj-lt"/>
              <a:buAutoNum type="arabicPeriod"/>
            </a:pPr>
            <a:r>
              <a:rPr lang="en-US" dirty="0"/>
              <a:t>Automatically generated weekly report that must contains :</a:t>
            </a:r>
          </a:p>
          <a:p>
            <a:pPr marL="342900" indent="-342900">
              <a:buFont typeface="Arial" panose="020B0604020202020204" pitchFamily="34" charset="0"/>
              <a:buChar char="•"/>
            </a:pPr>
            <a:r>
              <a:rPr lang="en-US" dirty="0"/>
              <a:t>total number of students invited or removed by the instructors in each field,  and total number of students allover the university.</a:t>
            </a:r>
          </a:p>
          <a:p>
            <a:pPr marL="342900" indent="-342900">
              <a:buFont typeface="Arial" panose="020B0604020202020204" pitchFamily="34" charset="0"/>
              <a:buChar char="•"/>
            </a:pPr>
            <a:r>
              <a:rPr lang="en-US" dirty="0"/>
              <a:t>total number of students that  enroll courses and complete them in each field, and in whole university.</a:t>
            </a:r>
          </a:p>
          <a:p>
            <a:pPr marL="342900" indent="-342900">
              <a:buFont typeface="Arial" panose="020B0604020202020204" pitchFamily="34" charset="0"/>
              <a:buChar char="•"/>
            </a:pPr>
            <a:r>
              <a:rPr lang="en-US" dirty="0"/>
              <a:t>all students that haven’t enrolled in any course in Coursera to remove them.</a:t>
            </a:r>
          </a:p>
          <a:p>
            <a:pPr marL="342900" indent="-342900">
              <a:buFont typeface="Arial" panose="020B0604020202020204" pitchFamily="34" charset="0"/>
              <a:buChar char="•"/>
            </a:pPr>
            <a:r>
              <a:rPr lang="en-US" dirty="0"/>
              <a:t>at the end of the semester we need the total of the semester of these numbers per field and the total for AIU.</a:t>
            </a:r>
          </a:p>
          <a:p>
            <a:pPr marL="342900" indent="-342900">
              <a:buFont typeface="+mj-lt"/>
              <a:buAutoNum type="arabicPeriod" startAt="5"/>
            </a:pPr>
            <a:r>
              <a:rPr lang="en-US" dirty="0"/>
              <a:t>At the end of each semester and year, comprehensive reports must be generated summarizing student enrollment and completion data.</a:t>
            </a:r>
          </a:p>
        </p:txBody>
      </p:sp>
    </p:spTree>
    <p:extLst>
      <p:ext uri="{BB962C8B-B14F-4D97-AF65-F5344CB8AC3E}">
        <p14:creationId xmlns:p14="http://schemas.microsoft.com/office/powerpoint/2010/main" val="263289175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2"/>
          <p:cNvSpPr>
            <a:spLocks noGrp="1"/>
          </p:cNvSpPr>
          <p:nvPr>
            <p:ph type="body" idx="1"/>
          </p:nvPr>
        </p:nvSpPr>
        <p:spPr>
          <a:xfrm>
            <a:off x="839448" y="764498"/>
            <a:ext cx="10633023" cy="4949044"/>
          </a:xfrm>
        </p:spPr>
        <p:txBody>
          <a:bodyPr/>
          <a:lstStyle/>
          <a:p>
            <a:pPr marL="342900" indent="-342900">
              <a:buFont typeface="+mj-lt"/>
              <a:buAutoNum type="arabicPeriod" startAt="6"/>
            </a:pPr>
            <a:r>
              <a:rPr lang="en-US" dirty="0"/>
              <a:t>AIU instructors can only see their own courses and the Coursera courses that were previously used in their courses.</a:t>
            </a:r>
          </a:p>
          <a:p>
            <a:pPr marL="342900" indent="-342900">
              <a:buFont typeface="+mj-lt"/>
              <a:buAutoNum type="arabicPeriod" startAt="6"/>
            </a:pPr>
            <a:r>
              <a:rPr lang="en-US" dirty="0"/>
              <a:t>The main Coursera coordinator has access to all data and reports in the system.</a:t>
            </a:r>
          </a:p>
          <a:p>
            <a:pPr marL="342900" indent="-342900">
              <a:buFont typeface="+mj-lt"/>
              <a:buAutoNum type="arabicPeriod" startAt="6"/>
            </a:pPr>
            <a:r>
              <a:rPr lang="en-US" dirty="0"/>
              <a:t>Instructors must be added as an admins  and got an admin link to the program of their major to allow them to invite their students to their courses.</a:t>
            </a:r>
          </a:p>
          <a:p>
            <a:pPr marL="342900" indent="-342900">
              <a:buFont typeface="+mj-lt"/>
              <a:buAutoNum type="arabicPeriod" startAt="6"/>
            </a:pPr>
            <a:r>
              <a:rPr lang="en-US" dirty="0"/>
              <a:t>Guided projects can be added to one or two weeks in the AIU course schedule.</a:t>
            </a:r>
          </a:p>
          <a:p>
            <a:pPr marL="342900" indent="-342900">
              <a:buFont typeface="+mj-lt"/>
              <a:buAutoNum type="arabicPeriod" startAt="6"/>
            </a:pPr>
            <a:r>
              <a:rPr lang="en-US" dirty="0"/>
              <a:t> Students should be removed from the system if they complete their Coursera courses or if they do not enroll in any courses for an extended period (limited duration).</a:t>
            </a:r>
          </a:p>
          <a:p>
            <a:pPr marL="342900" indent="-342900">
              <a:buFont typeface="+mj-lt"/>
              <a:buAutoNum type="arabicPeriod" startAt="6"/>
            </a:pPr>
            <a:endParaRPr lang="en-US" dirty="0"/>
          </a:p>
          <a:p>
            <a:pPr marL="342900" indent="-342900">
              <a:buFont typeface="+mj-lt"/>
              <a:buAutoNum type="arabicPeriod" startAt="6"/>
            </a:pPr>
            <a:endParaRPr lang="en-US" dirty="0"/>
          </a:p>
        </p:txBody>
      </p:sp>
    </p:spTree>
    <p:extLst>
      <p:ext uri="{BB962C8B-B14F-4D97-AF65-F5344CB8AC3E}">
        <p14:creationId xmlns:p14="http://schemas.microsoft.com/office/powerpoint/2010/main" val="88015678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64498" y="627506"/>
            <a:ext cx="10953507" cy="520700"/>
          </a:xfrm>
        </p:spPr>
        <p:txBody>
          <a:bodyPr>
            <a:normAutofit fontScale="90000"/>
          </a:bodyPr>
          <a:lstStyle/>
          <a:p>
            <a:r>
              <a:rPr lang="en-US" dirty="0">
                <a:latin typeface="Arial Rounded MT Bold" panose="020F0704030504030204" pitchFamily="34" charset="0"/>
                <a:cs typeface="Arabic Typesetting" panose="03020402040406030203" pitchFamily="66" charset="-78"/>
              </a:rPr>
              <a:t>queries</a:t>
            </a:r>
          </a:p>
        </p:txBody>
      </p:sp>
      <p:sp>
        <p:nvSpPr>
          <p:cNvPr id="3" name="Text Placeholder 2"/>
          <p:cNvSpPr>
            <a:spLocks noGrp="1"/>
          </p:cNvSpPr>
          <p:nvPr>
            <p:ph type="body" idx="1"/>
          </p:nvPr>
        </p:nvSpPr>
        <p:spPr>
          <a:xfrm>
            <a:off x="764498" y="1304144"/>
            <a:ext cx="10658007" cy="4245756"/>
          </a:xfrm>
        </p:spPr>
        <p:txBody>
          <a:bodyPr/>
          <a:lstStyle/>
          <a:p>
            <a:pPr marL="342900" indent="-342900">
              <a:buFont typeface="+mj-lt"/>
              <a:buAutoNum type="arabicPeriod"/>
            </a:pPr>
            <a:r>
              <a:rPr lang="en-US" dirty="0"/>
              <a:t>Which AIU courses have the highest number of enrolled students this semester? Can you provide the course names and enrollment figures?</a:t>
            </a:r>
          </a:p>
          <a:p>
            <a:pPr marL="342900" indent="-342900">
              <a:buFont typeface="+mj-lt"/>
              <a:buAutoNum type="arabicPeriod"/>
            </a:pPr>
            <a:r>
              <a:rPr lang="en-US" dirty="0"/>
              <a:t>What is aiu courses that used coursera before in one of the previous semesters ? provide which courses were used and mention all their information if there is ?</a:t>
            </a:r>
          </a:p>
          <a:p>
            <a:pPr marL="342900" indent="-342900">
              <a:buFont typeface="+mj-lt"/>
              <a:buAutoNum type="arabicPeriod"/>
            </a:pPr>
            <a:r>
              <a:rPr lang="en-US" dirty="0"/>
              <a:t>Which Coursera programs exist for each AIU field? Can you provide details on these programs, including their admin and learner links?</a:t>
            </a:r>
          </a:p>
          <a:p>
            <a:pPr marL="342900" indent="-342900">
              <a:buFont typeface="+mj-lt"/>
              <a:buAutoNum type="arabicPeriod"/>
            </a:pPr>
            <a:r>
              <a:rPr lang="en-US" dirty="0"/>
              <a:t>What is the total number of Coursera licenses needed for each field per semester?</a:t>
            </a:r>
          </a:p>
          <a:p>
            <a:pPr marL="342900" indent="-342900">
              <a:buFont typeface="+mj-lt"/>
              <a:buAutoNum type="arabicPeriod"/>
            </a:pPr>
            <a:r>
              <a:rPr lang="en-US" dirty="0"/>
              <a:t>How do we calculate the overlap percentage between AIU course materials and Coursera modules? Can you describe the methodology used for this calculation?</a:t>
            </a:r>
          </a:p>
          <a:p>
            <a:pPr marL="342900" indent="-342900">
              <a:buFont typeface="+mj-lt"/>
              <a:buAutoNum type="arabicPeriod"/>
            </a:pPr>
            <a:r>
              <a:rPr lang="en-US" dirty="0"/>
              <a:t>At the start of each semester, what information do we need to include in the report for each AIU field? Can you specify the required details?</a:t>
            </a:r>
          </a:p>
        </p:txBody>
      </p:sp>
    </p:spTree>
    <p:extLst>
      <p:ext uri="{BB962C8B-B14F-4D97-AF65-F5344CB8AC3E}">
        <p14:creationId xmlns:p14="http://schemas.microsoft.com/office/powerpoint/2010/main" val="60587795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p:cNvSpPr>
            <a:spLocks noGrp="1"/>
          </p:cNvSpPr>
          <p:nvPr>
            <p:ph type="body" idx="1"/>
          </p:nvPr>
        </p:nvSpPr>
        <p:spPr>
          <a:xfrm>
            <a:off x="1004341" y="809468"/>
            <a:ext cx="9872966" cy="4613431"/>
          </a:xfrm>
        </p:spPr>
        <p:txBody>
          <a:bodyPr>
            <a:normAutofit fontScale="92500" lnSpcReduction="10000"/>
          </a:bodyPr>
          <a:lstStyle/>
          <a:p>
            <a:pPr marL="342900" indent="-342900">
              <a:buFont typeface="+mj-lt"/>
              <a:buAutoNum type="arabicPeriod" startAt="7"/>
            </a:pPr>
            <a:r>
              <a:rPr lang="en-US" dirty="0"/>
              <a:t>How do we determine the number of AIU courses that have requested Coursera for the current semester? Can you outline the process for identifying these courses?</a:t>
            </a:r>
          </a:p>
          <a:p>
            <a:pPr marL="342900" indent="-342900">
              <a:buFont typeface="+mj-lt"/>
              <a:buAutoNum type="arabicPeriod" startAt="7"/>
            </a:pPr>
            <a:r>
              <a:rPr lang="en-US" dirty="0"/>
              <a:t>What are the specific data points we need to capture for each course in the report? Can you provide a breakdown of the required course details, including course codes, number of students enrolled, and duration of Coursera licenses?</a:t>
            </a:r>
          </a:p>
          <a:p>
            <a:pPr marL="342900" indent="-342900">
              <a:buFont typeface="+mj-lt"/>
              <a:buAutoNum type="arabicPeriod" startAt="7"/>
            </a:pPr>
            <a:r>
              <a:rPr lang="en-US" dirty="0"/>
              <a:t>How do we categorize students based on their levels in the report? Can you explain the criteria used to determine student levels?</a:t>
            </a:r>
          </a:p>
          <a:p>
            <a:pPr marL="342900" indent="-342900">
              <a:buFont typeface="+mj-lt"/>
              <a:buAutoNum type="arabicPeriod" startAt="7"/>
            </a:pPr>
            <a:r>
              <a:rPr lang="en-US" dirty="0"/>
              <a:t> What is the process for calculating the total number of students who will use Coursera throughout each of the 16 semester weeks? Can you describe the methodology for this calculation?</a:t>
            </a:r>
          </a:p>
          <a:p>
            <a:pPr marL="342900" indent="-342900">
              <a:buFont typeface="+mj-lt"/>
              <a:buAutoNum type="arabicPeriod" startAt="7"/>
            </a:pPr>
            <a:r>
              <a:rPr lang="en-US" dirty="0"/>
              <a:t> On a weekly basis, how do we determine which students need to be added to Coursera based on the available licenses? Can you explain the process for identifying these students and ensuring that there are enough licenses remaining?</a:t>
            </a:r>
          </a:p>
          <a:p>
            <a:pPr marL="342900" indent="-342900">
              <a:buFont typeface="+mj-lt"/>
              <a:buAutoNum type="arabicPeriod" startAt="7"/>
            </a:pPr>
            <a:r>
              <a:rPr lang="en-US" dirty="0"/>
              <a:t> What is the process for uploading the student lists to OneDrive as CSV files? Can you outline the steps for accessing and utilizing these files for adding students to Coursera?</a:t>
            </a:r>
          </a:p>
        </p:txBody>
      </p:sp>
    </p:spTree>
    <p:extLst>
      <p:ext uri="{BB962C8B-B14F-4D97-AF65-F5344CB8AC3E}">
        <p14:creationId xmlns:p14="http://schemas.microsoft.com/office/powerpoint/2010/main" val="164521283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p:cNvSpPr>
            <a:spLocks noGrp="1"/>
          </p:cNvSpPr>
          <p:nvPr>
            <p:ph type="body" idx="1"/>
          </p:nvPr>
        </p:nvSpPr>
        <p:spPr>
          <a:xfrm>
            <a:off x="824459" y="839449"/>
            <a:ext cx="10256048" cy="4548663"/>
          </a:xfrm>
        </p:spPr>
        <p:txBody>
          <a:bodyPr/>
          <a:lstStyle/>
          <a:p>
            <a:pPr marL="342900" indent="-342900">
              <a:buFont typeface="+mj-lt"/>
              <a:buAutoNum type="arabicPeriod" startAt="13"/>
            </a:pPr>
            <a:r>
              <a:rPr lang="en-US" dirty="0"/>
              <a:t> For the weekly report, how do we calculate the total number of students invited from each field and the number of students removed? Can you provide the process for obtaining these figures for each field individually and for all fields combined ? and  What is the procedure for determining the total number of enrolled students and completions for each field in the weekly report? Can you explain how these numbers are aggregated and presented in the report?</a:t>
            </a:r>
          </a:p>
          <a:p>
            <a:pPr marL="342900" indent="-342900">
              <a:buFont typeface="+mj-lt"/>
              <a:buAutoNum type="arabicPeriod" startAt="13"/>
            </a:pPr>
            <a:r>
              <a:rPr lang="en-US" dirty="0"/>
              <a:t> If the reports are not generated automatically, how do users query the database for this information afterwards? Can you describe the querying process and the access privileges for different user roles, including the main Coursera coordinator, field coordinators, and instructors?</a:t>
            </a:r>
          </a:p>
        </p:txBody>
      </p:sp>
    </p:spTree>
    <p:extLst>
      <p:ext uri="{BB962C8B-B14F-4D97-AF65-F5344CB8AC3E}">
        <p14:creationId xmlns:p14="http://schemas.microsoft.com/office/powerpoint/2010/main" val="3555532506"/>
      </p:ext>
    </p:extLst>
  </p:cSld>
  <p:clrMapOvr>
    <a:masterClrMapping/>
  </p:clrMapOvr>
</p:sld>
</file>

<file path=ppt/theme/_rels/theme1.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image" Target="../media/image1.jpeg"/></Relationships>
</file>

<file path=ppt/theme/theme1.xml><?xml version="1.0" encoding="utf-8"?>
<a:theme xmlns:a="http://schemas.openxmlformats.org/drawingml/2006/main" name="Organic">
  <a:themeElements>
    <a:clrScheme name="Organic">
      <a:dk1>
        <a:sysClr val="windowText" lastClr="000000"/>
      </a:dk1>
      <a:lt1>
        <a:sysClr val="window" lastClr="FFFFFF"/>
      </a:lt1>
      <a:dk2>
        <a:srgbClr val="212121"/>
      </a:dk2>
      <a:lt2>
        <a:srgbClr val="DADADA"/>
      </a:lt2>
      <a:accent1>
        <a:srgbClr val="83992A"/>
      </a:accent1>
      <a:accent2>
        <a:srgbClr val="3C9770"/>
      </a:accent2>
      <a:accent3>
        <a:srgbClr val="44709D"/>
      </a:accent3>
      <a:accent4>
        <a:srgbClr val="A23C33"/>
      </a:accent4>
      <a:accent5>
        <a:srgbClr val="D97828"/>
      </a:accent5>
      <a:accent6>
        <a:srgbClr val="DEB340"/>
      </a:accent6>
      <a:hlink>
        <a:srgbClr val="A8BF4D"/>
      </a:hlink>
      <a:folHlink>
        <a:srgbClr val="B4CA80"/>
      </a:folHlink>
    </a:clrScheme>
    <a:fontScheme name="Organic">
      <a:majorFont>
        <a:latin typeface="Garamond" panose="02020404030301010803"/>
        <a:ea typeface=""/>
        <a:cs typeface=""/>
        <a:font script="Jpan" typeface="ＭＳ Ｐゴシック"/>
        <a:font script="Hang" typeface="돋움"/>
        <a:font script="Hans" typeface="方正舒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Garamond" panose="02020404030301010803"/>
        <a:ea typeface=""/>
        <a:cs typeface=""/>
        <a:font script="Jpan" typeface="ＭＳ Ｐ明朝"/>
        <a:font script="Hang" typeface="바탕"/>
        <a:font script="Hans" typeface="方正舒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inorFont>
    </a:fontScheme>
    <a:fmtScheme name="Organic">
      <a:fillStyleLst>
        <a:solidFill>
          <a:schemeClr val="phClr"/>
        </a:solidFill>
        <a:gradFill rotWithShape="1">
          <a:gsLst>
            <a:gs pos="0">
              <a:schemeClr val="phClr">
                <a:tint val="60000"/>
                <a:lumMod val="110000"/>
              </a:schemeClr>
            </a:gs>
            <a:gs pos="100000">
              <a:schemeClr val="phClr">
                <a:tint val="82000"/>
              </a:schemeClr>
            </a:gs>
          </a:gsLst>
          <a:lin ang="5400000" scaled="0"/>
        </a:gradFill>
        <a:blipFill>
          <a:blip xmlns:r="http://schemas.openxmlformats.org/officeDocument/2006/relationships" r:embed="rId1">
            <a:duotone>
              <a:schemeClr val="phClr">
                <a:shade val="74000"/>
                <a:satMod val="130000"/>
                <a:lumMod val="90000"/>
              </a:schemeClr>
              <a:schemeClr val="phClr">
                <a:tint val="94000"/>
                <a:satMod val="120000"/>
                <a:lumMod val="104000"/>
              </a:schemeClr>
            </a:duotone>
          </a:blip>
          <a:tile tx="0" ty="0" sx="100000" sy="100000" flip="none" algn="tl"/>
        </a:blipFill>
      </a:fillStyleLst>
      <a:lnStyleLst>
        <a:ln w="9525" cap="flat" cmpd="sng" algn="ctr">
          <a:solidFill>
            <a:schemeClr val="phClr"/>
          </a:solidFill>
          <a:prstDash val="solid"/>
        </a:ln>
        <a:ln w="15875" cap="flat" cmpd="sng" algn="ctr">
          <a:solidFill>
            <a:schemeClr val="phClr"/>
          </a:solidFill>
          <a:prstDash val="solid"/>
        </a:ln>
        <a:ln w="25400" cap="flat" cmpd="sng" algn="ctr">
          <a:solidFill>
            <a:schemeClr val="phClr"/>
          </a:solidFill>
          <a:prstDash val="solid"/>
        </a:ln>
      </a:lnStyleLst>
      <a:effectStyleLst>
        <a:effectStyle>
          <a:effectLst/>
        </a:effectStyle>
        <a:effectStyle>
          <a:effectLst>
            <a:innerShdw blurRad="25400" dist="12700" dir="13500000">
              <a:srgbClr val="000000">
                <a:alpha val="45000"/>
              </a:srgbClr>
            </a:innerShdw>
          </a:effectLst>
        </a:effectStyle>
        <a:effectStyle>
          <a:effectLst>
            <a:outerShdw blurRad="38100" dist="25400" dir="5400000" rotWithShape="0">
              <a:srgbClr val="000000">
                <a:alpha val="60000"/>
              </a:srgbClr>
            </a:outerShdw>
          </a:effectLst>
        </a:effectStyle>
      </a:effectStyleLst>
      <a:bgFillStyleLst>
        <a:solidFill>
          <a:schemeClr val="phClr"/>
        </a:solidFill>
        <a:gradFill rotWithShape="1">
          <a:gsLst>
            <a:gs pos="0">
              <a:schemeClr val="phClr">
                <a:tint val="90000"/>
                <a:lumMod val="110000"/>
              </a:schemeClr>
            </a:gs>
            <a:gs pos="100000">
              <a:schemeClr val="phClr">
                <a:shade val="88000"/>
                <a:lumMod val="98000"/>
              </a:schemeClr>
            </a:gs>
          </a:gsLst>
          <a:lin ang="5400000" scaled="0"/>
        </a:gradFill>
        <a:blipFill>
          <a:blip xmlns:r="http://schemas.openxmlformats.org/officeDocument/2006/relationships" r:embed="rId2"/>
          <a:stretch/>
        </a:blipFill>
      </a:bgFillStyleLst>
    </a:fmtScheme>
  </a:themeElements>
  <a:objectDefaults/>
  <a:extraClrSchemeLst/>
  <a:extLst>
    <a:ext uri="{05A4C25C-085E-4340-85A3-A5531E510DB2}">
      <thm15:themeFamily xmlns:thm15="http://schemas.microsoft.com/office/thememl/2012/main" name="Organic" id="{28CDC826-8792-45C0-861B-85EB3ADEDA33}" vid="{7DAC20F1-423D-49E2-BD0B-50532748BAD0}"/>
    </a:ext>
  </a:extLst>
</a:theme>
</file>

<file path=docProps/app.xml><?xml version="1.0" encoding="utf-8"?>
<Properties xmlns="http://schemas.openxmlformats.org/officeDocument/2006/extended-properties" xmlns:vt="http://schemas.openxmlformats.org/officeDocument/2006/docPropsVTypes">
  <Template>Organic</Template>
  <TotalTime>352</TotalTime>
  <Words>879</Words>
  <Application>Microsoft Office PowerPoint</Application>
  <PresentationFormat>Widescreen</PresentationFormat>
  <Paragraphs>45</Paragraphs>
  <Slides>8</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8</vt:i4>
      </vt:variant>
    </vt:vector>
  </HeadingPairs>
  <TitlesOfParts>
    <vt:vector size="14" baseType="lpstr">
      <vt:lpstr>Arabic Typesetting</vt:lpstr>
      <vt:lpstr>Arial</vt:lpstr>
      <vt:lpstr>Arial Rounded MT Bold</vt:lpstr>
      <vt:lpstr>Garamond</vt:lpstr>
      <vt:lpstr>Times New Roman</vt:lpstr>
      <vt:lpstr>Organic</vt:lpstr>
      <vt:lpstr>Databases project</vt:lpstr>
      <vt:lpstr>AIU Coursera Courses Management System   </vt:lpstr>
      <vt:lpstr>application description</vt:lpstr>
      <vt:lpstr>Business rules</vt:lpstr>
      <vt:lpstr>PowerPoint Presentation</vt:lpstr>
      <vt:lpstr>queries</vt:lpstr>
      <vt:lpstr>PowerPoint Presentation</vt:lpstr>
      <vt:lpstr>PowerPoint Presentation</vt:lpstr>
    </vt:vector>
  </TitlesOfParts>
  <Company>Oprekin</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Databases project</dc:title>
  <dc:creator>Tasneem Ibrahim Hassan Mohamed Taha</dc:creator>
  <cp:lastModifiedBy>Tasneem Ibrahim Hassan Mohamed Taha</cp:lastModifiedBy>
  <cp:revision>29</cp:revision>
  <dcterms:created xsi:type="dcterms:W3CDTF">2024-03-21T15:34:38Z</dcterms:created>
  <dcterms:modified xsi:type="dcterms:W3CDTF">2026-09-14T16:27:09Z</dcterms:modified>
</cp:coreProperties>
</file>